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48" r:id="rId2"/>
    <p:sldMasterId id="2147483658" r:id="rId3"/>
  </p:sldMasterIdLst>
  <p:notesMasterIdLst>
    <p:notesMasterId r:id="rId54"/>
  </p:notesMasterIdLst>
  <p:handoutMasterIdLst>
    <p:handoutMasterId r:id="rId55"/>
  </p:handoutMasterIdLst>
  <p:sldIdLst>
    <p:sldId id="523" r:id="rId4"/>
    <p:sldId id="426" r:id="rId5"/>
    <p:sldId id="423" r:id="rId6"/>
    <p:sldId id="425" r:id="rId7"/>
    <p:sldId id="418" r:id="rId8"/>
    <p:sldId id="421" r:id="rId9"/>
    <p:sldId id="453" r:id="rId10"/>
    <p:sldId id="454" r:id="rId11"/>
    <p:sldId id="432" r:id="rId12"/>
    <p:sldId id="492" r:id="rId13"/>
    <p:sldId id="504" r:id="rId14"/>
    <p:sldId id="434" r:id="rId15"/>
    <p:sldId id="491" r:id="rId16"/>
    <p:sldId id="526" r:id="rId17"/>
    <p:sldId id="512" r:id="rId18"/>
    <p:sldId id="513" r:id="rId19"/>
    <p:sldId id="528" r:id="rId20"/>
    <p:sldId id="493" r:id="rId21"/>
    <p:sldId id="498" r:id="rId22"/>
    <p:sldId id="527" r:id="rId23"/>
    <p:sldId id="497" r:id="rId24"/>
    <p:sldId id="495" r:id="rId25"/>
    <p:sldId id="458" r:id="rId26"/>
    <p:sldId id="433" r:id="rId27"/>
    <p:sldId id="487" r:id="rId28"/>
    <p:sldId id="407" r:id="rId29"/>
    <p:sldId id="529" r:id="rId30"/>
    <p:sldId id="525" r:id="rId31"/>
    <p:sldId id="530" r:id="rId32"/>
    <p:sldId id="531" r:id="rId33"/>
    <p:sldId id="532" r:id="rId34"/>
    <p:sldId id="505" r:id="rId35"/>
    <p:sldId id="517" r:id="rId36"/>
    <p:sldId id="485" r:id="rId37"/>
    <p:sldId id="403" r:id="rId38"/>
    <p:sldId id="519" r:id="rId39"/>
    <p:sldId id="520" r:id="rId40"/>
    <p:sldId id="521" r:id="rId41"/>
    <p:sldId id="496" r:id="rId42"/>
    <p:sldId id="503" r:id="rId43"/>
    <p:sldId id="514" r:id="rId44"/>
    <p:sldId id="442" r:id="rId45"/>
    <p:sldId id="516" r:id="rId46"/>
    <p:sldId id="427" r:id="rId47"/>
    <p:sldId id="430" r:id="rId48"/>
    <p:sldId id="462" r:id="rId49"/>
    <p:sldId id="489" r:id="rId50"/>
    <p:sldId id="415" r:id="rId51"/>
    <p:sldId id="447" r:id="rId52"/>
    <p:sldId id="416" r:id="rId53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856"/>
    <a:srgbClr val="1CBBB4"/>
    <a:srgbClr val="9FED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291" autoAdjust="0"/>
  </p:normalViewPr>
  <p:slideViewPr>
    <p:cSldViewPr showGuides="1">
      <p:cViewPr varScale="1">
        <p:scale>
          <a:sx n="113" d="100"/>
          <a:sy n="113" d="100"/>
        </p:scale>
        <p:origin x="566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-319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theme" Target="theme/theme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viewProps" Target="view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70647C-2142-49BD-86CE-ED609DF61204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46AFA7-4971-4E87-AA3D-540E429FAD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9794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ADFE15-6179-4579-ADBF-D18E81C13FE2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CC151-D09E-4313-86BF-DE81850A7C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3177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131"/>
          <p:cNvGrpSpPr/>
          <p:nvPr userDrawn="1"/>
        </p:nvGrpSpPr>
        <p:grpSpPr>
          <a:xfrm>
            <a:off x="3293503" y="411510"/>
            <a:ext cx="2556993" cy="2699230"/>
            <a:chOff x="787805" y="339502"/>
            <a:chExt cx="4175262" cy="4407517"/>
          </a:xfrm>
        </p:grpSpPr>
        <p:sp>
          <p:nvSpPr>
            <p:cNvPr id="133" name="Oval 132"/>
            <p:cNvSpPr/>
            <p:nvPr/>
          </p:nvSpPr>
          <p:spPr>
            <a:xfrm>
              <a:off x="787805" y="339502"/>
              <a:ext cx="4175262" cy="417526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134" name="Group 133"/>
            <p:cNvGrpSpPr/>
            <p:nvPr/>
          </p:nvGrpSpPr>
          <p:grpSpPr>
            <a:xfrm>
              <a:off x="1129436" y="1046675"/>
              <a:ext cx="3492000" cy="3700344"/>
              <a:chOff x="5304922" y="1037184"/>
              <a:chExt cx="3492000" cy="3700344"/>
            </a:xfrm>
          </p:grpSpPr>
          <p:grpSp>
            <p:nvGrpSpPr>
              <p:cNvPr id="135" name="Group 134"/>
              <p:cNvGrpSpPr/>
              <p:nvPr/>
            </p:nvGrpSpPr>
            <p:grpSpPr>
              <a:xfrm>
                <a:off x="5304922" y="3743716"/>
                <a:ext cx="3492000" cy="437610"/>
                <a:chOff x="1709238" y="4209096"/>
                <a:chExt cx="3492000" cy="437610"/>
              </a:xfrm>
            </p:grpSpPr>
            <p:sp>
              <p:nvSpPr>
                <p:cNvPr id="161" name="Rectangle 160"/>
                <p:cNvSpPr/>
                <p:nvPr/>
              </p:nvSpPr>
              <p:spPr>
                <a:xfrm>
                  <a:off x="1709238" y="4214706"/>
                  <a:ext cx="3492000" cy="432000"/>
                </a:xfrm>
                <a:prstGeom prst="rect">
                  <a:avLst/>
                </a:prstGeom>
                <a:solidFill>
                  <a:schemeClr val="accent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162" name="Group 161"/>
                <p:cNvGrpSpPr/>
                <p:nvPr/>
              </p:nvGrpSpPr>
              <p:grpSpPr>
                <a:xfrm>
                  <a:off x="2078720" y="4209096"/>
                  <a:ext cx="469833" cy="432000"/>
                  <a:chOff x="2078720" y="4209096"/>
                  <a:chExt cx="469833" cy="432000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2078720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1" name="Rectangle 170"/>
                  <p:cNvSpPr/>
                  <p:nvPr/>
                </p:nvSpPr>
                <p:spPr>
                  <a:xfrm>
                    <a:off x="2217331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2" name="Rectangle 171"/>
                  <p:cNvSpPr/>
                  <p:nvPr/>
                </p:nvSpPr>
                <p:spPr>
                  <a:xfrm>
                    <a:off x="2355942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73" name="Rectangle 172"/>
                  <p:cNvSpPr/>
                  <p:nvPr/>
                </p:nvSpPr>
                <p:spPr>
                  <a:xfrm>
                    <a:off x="2494553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63" name="Group 162"/>
                <p:cNvGrpSpPr/>
                <p:nvPr/>
              </p:nvGrpSpPr>
              <p:grpSpPr>
                <a:xfrm>
                  <a:off x="4098293" y="4384000"/>
                  <a:ext cx="900965" cy="82800"/>
                  <a:chOff x="4098293" y="4384000"/>
                  <a:chExt cx="900965" cy="82800"/>
                </a:xfrm>
              </p:grpSpPr>
              <p:sp>
                <p:nvSpPr>
                  <p:cNvPr id="164" name="Rectangle 163"/>
                  <p:cNvSpPr/>
                  <p:nvPr/>
                </p:nvSpPr>
                <p:spPr>
                  <a:xfrm>
                    <a:off x="4098293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5" name="Rectangle 164"/>
                  <p:cNvSpPr/>
                  <p:nvPr/>
                </p:nvSpPr>
                <p:spPr>
                  <a:xfrm>
                    <a:off x="4260486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6" name="Rectangle 165"/>
                  <p:cNvSpPr/>
                  <p:nvPr/>
                </p:nvSpPr>
                <p:spPr>
                  <a:xfrm>
                    <a:off x="4422679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7" name="Rectangle 166"/>
                  <p:cNvSpPr/>
                  <p:nvPr/>
                </p:nvSpPr>
                <p:spPr>
                  <a:xfrm>
                    <a:off x="4584872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8" name="Rectangle 167"/>
                  <p:cNvSpPr/>
                  <p:nvPr/>
                </p:nvSpPr>
                <p:spPr>
                  <a:xfrm>
                    <a:off x="4747065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9" name="Rectangle 168"/>
                  <p:cNvSpPr/>
                  <p:nvPr/>
                </p:nvSpPr>
                <p:spPr>
                  <a:xfrm>
                    <a:off x="4909258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36" name="Group 135"/>
              <p:cNvGrpSpPr/>
              <p:nvPr/>
            </p:nvGrpSpPr>
            <p:grpSpPr>
              <a:xfrm flipH="1">
                <a:off x="5304922" y="4299918"/>
                <a:ext cx="3492000" cy="437610"/>
                <a:chOff x="1709238" y="4209096"/>
                <a:chExt cx="3492000" cy="437610"/>
              </a:xfrm>
            </p:grpSpPr>
            <p:sp>
              <p:nvSpPr>
                <p:cNvPr id="148" name="Rectangle 147"/>
                <p:cNvSpPr/>
                <p:nvPr/>
              </p:nvSpPr>
              <p:spPr>
                <a:xfrm>
                  <a:off x="1709238" y="4214706"/>
                  <a:ext cx="3492000" cy="432000"/>
                </a:xfrm>
                <a:prstGeom prst="rect">
                  <a:avLst/>
                </a:prstGeom>
                <a:solidFill>
                  <a:schemeClr val="accent2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149" name="Group 148"/>
                <p:cNvGrpSpPr/>
                <p:nvPr/>
              </p:nvGrpSpPr>
              <p:grpSpPr>
                <a:xfrm>
                  <a:off x="2078720" y="4209096"/>
                  <a:ext cx="469833" cy="432000"/>
                  <a:chOff x="2078720" y="4209096"/>
                  <a:chExt cx="469833" cy="432000"/>
                </a:xfrm>
              </p:grpSpPr>
              <p:sp>
                <p:nvSpPr>
                  <p:cNvPr id="157" name="Rectangle 156"/>
                  <p:cNvSpPr/>
                  <p:nvPr/>
                </p:nvSpPr>
                <p:spPr>
                  <a:xfrm>
                    <a:off x="2078720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58" name="Rectangle 157"/>
                  <p:cNvSpPr/>
                  <p:nvPr/>
                </p:nvSpPr>
                <p:spPr>
                  <a:xfrm>
                    <a:off x="2217331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59" name="Rectangle 158"/>
                  <p:cNvSpPr/>
                  <p:nvPr/>
                </p:nvSpPr>
                <p:spPr>
                  <a:xfrm>
                    <a:off x="2355942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60" name="Rectangle 159"/>
                  <p:cNvSpPr/>
                  <p:nvPr/>
                </p:nvSpPr>
                <p:spPr>
                  <a:xfrm>
                    <a:off x="2494553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150" name="Group 149"/>
                <p:cNvGrpSpPr/>
                <p:nvPr/>
              </p:nvGrpSpPr>
              <p:grpSpPr>
                <a:xfrm>
                  <a:off x="4098293" y="4384000"/>
                  <a:ext cx="900965" cy="82800"/>
                  <a:chOff x="4098293" y="4384000"/>
                  <a:chExt cx="900965" cy="82800"/>
                </a:xfrm>
              </p:grpSpPr>
              <p:sp>
                <p:nvSpPr>
                  <p:cNvPr id="151" name="Rectangle 150"/>
                  <p:cNvSpPr/>
                  <p:nvPr/>
                </p:nvSpPr>
                <p:spPr>
                  <a:xfrm>
                    <a:off x="4098293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52" name="Rectangle 151"/>
                  <p:cNvSpPr/>
                  <p:nvPr/>
                </p:nvSpPr>
                <p:spPr>
                  <a:xfrm>
                    <a:off x="4260486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53" name="Rectangle 152"/>
                  <p:cNvSpPr/>
                  <p:nvPr/>
                </p:nvSpPr>
                <p:spPr>
                  <a:xfrm>
                    <a:off x="4422679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54" name="Rectangle 153"/>
                  <p:cNvSpPr/>
                  <p:nvPr/>
                </p:nvSpPr>
                <p:spPr>
                  <a:xfrm>
                    <a:off x="4584872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55" name="Rectangle 154"/>
                  <p:cNvSpPr/>
                  <p:nvPr/>
                </p:nvSpPr>
                <p:spPr>
                  <a:xfrm>
                    <a:off x="4747065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56" name="Rectangle 155"/>
                  <p:cNvSpPr/>
                  <p:nvPr/>
                </p:nvSpPr>
                <p:spPr>
                  <a:xfrm>
                    <a:off x="4909258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37" name="Group 136"/>
              <p:cNvGrpSpPr/>
              <p:nvPr/>
            </p:nvGrpSpPr>
            <p:grpSpPr>
              <a:xfrm>
                <a:off x="6272654" y="1875857"/>
                <a:ext cx="720080" cy="720080"/>
                <a:chOff x="6272654" y="1875857"/>
                <a:chExt cx="720080" cy="720080"/>
              </a:xfrm>
            </p:grpSpPr>
            <p:sp>
              <p:nvSpPr>
                <p:cNvPr id="146" name="Rectangle 145"/>
                <p:cNvSpPr/>
                <p:nvPr/>
              </p:nvSpPr>
              <p:spPr>
                <a:xfrm>
                  <a:off x="6272654" y="1875857"/>
                  <a:ext cx="720080" cy="720080"/>
                </a:xfrm>
                <a:prstGeom prst="rect">
                  <a:avLst/>
                </a:prstGeom>
                <a:solidFill>
                  <a:schemeClr val="accent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7" name="Parallelogram 5"/>
                <p:cNvSpPr>
                  <a:spLocks/>
                </p:cNvSpPr>
                <p:nvPr/>
              </p:nvSpPr>
              <p:spPr>
                <a:xfrm>
                  <a:off x="6391715" y="1978487"/>
                  <a:ext cx="481958" cy="481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270" h="868857">
                      <a:moveTo>
                        <a:pt x="424135" y="189887"/>
                      </a:moveTo>
                      <a:lnTo>
                        <a:pt x="297766" y="526729"/>
                      </a:lnTo>
                      <a:lnTo>
                        <a:pt x="550505" y="526729"/>
                      </a:lnTo>
                      <a:close/>
                      <a:moveTo>
                        <a:pt x="325960" y="0"/>
                      </a:moveTo>
                      <a:lnTo>
                        <a:pt x="352897" y="0"/>
                      </a:lnTo>
                      <a:lnTo>
                        <a:pt x="495373" y="0"/>
                      </a:lnTo>
                      <a:lnTo>
                        <a:pt x="522310" y="0"/>
                      </a:lnTo>
                      <a:lnTo>
                        <a:pt x="848270" y="868857"/>
                      </a:lnTo>
                      <a:lnTo>
                        <a:pt x="678857" y="868857"/>
                      </a:lnTo>
                      <a:lnTo>
                        <a:pt x="604960" y="671883"/>
                      </a:lnTo>
                      <a:lnTo>
                        <a:pt x="243310" y="671883"/>
                      </a:lnTo>
                      <a:lnTo>
                        <a:pt x="169413" y="868857"/>
                      </a:lnTo>
                      <a:lnTo>
                        <a:pt x="0" y="868857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38" name="Group 137"/>
              <p:cNvGrpSpPr/>
              <p:nvPr/>
            </p:nvGrpSpPr>
            <p:grpSpPr>
              <a:xfrm>
                <a:off x="7109110" y="1875857"/>
                <a:ext cx="720080" cy="720080"/>
                <a:chOff x="7109110" y="1875857"/>
                <a:chExt cx="720080" cy="720080"/>
              </a:xfrm>
            </p:grpSpPr>
            <p:sp>
              <p:nvSpPr>
                <p:cNvPr id="144" name="Rectangle 143"/>
                <p:cNvSpPr/>
                <p:nvPr/>
              </p:nvSpPr>
              <p:spPr>
                <a:xfrm>
                  <a:off x="7109110" y="1875857"/>
                  <a:ext cx="720080" cy="720080"/>
                </a:xfrm>
                <a:prstGeom prst="rect">
                  <a:avLst/>
                </a:prstGeom>
                <a:solidFill>
                  <a:schemeClr val="accent2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5" name="Rectangle 9"/>
                <p:cNvSpPr>
                  <a:spLocks noChangeAspect="1"/>
                </p:cNvSpPr>
                <p:nvPr/>
              </p:nvSpPr>
              <p:spPr>
                <a:xfrm>
                  <a:off x="7267746" y="1994945"/>
                  <a:ext cx="402809" cy="481904"/>
                </a:xfrm>
                <a:custGeom>
                  <a:avLst/>
                  <a:gdLst>
                    <a:gd name="connsiteX0" fmla="*/ 174101 w 728932"/>
                    <a:gd name="connsiteY0" fmla="*/ 488630 h 872065"/>
                    <a:gd name="connsiteX1" fmla="*/ 174101 w 728932"/>
                    <a:gd name="connsiteY1" fmla="*/ 728663 h 872065"/>
                    <a:gd name="connsiteX2" fmla="*/ 442406 w 728932"/>
                    <a:gd name="connsiteY2" fmla="*/ 728663 h 872065"/>
                    <a:gd name="connsiteX3" fmla="*/ 547956 w 728932"/>
                    <a:gd name="connsiteY3" fmla="*/ 612454 h 872065"/>
                    <a:gd name="connsiteX4" fmla="*/ 431276 w 728932"/>
                    <a:gd name="connsiteY4" fmla="*/ 493391 h 872065"/>
                    <a:gd name="connsiteX5" fmla="*/ 431276 w 728932"/>
                    <a:gd name="connsiteY5" fmla="*/ 488630 h 872065"/>
                    <a:gd name="connsiteX6" fmla="*/ 174101 w 728932"/>
                    <a:gd name="connsiteY6" fmla="*/ 488630 h 872065"/>
                    <a:gd name="connsiteX7" fmla="*/ 174101 w 728932"/>
                    <a:gd name="connsiteY7" fmla="*/ 140965 h 872065"/>
                    <a:gd name="connsiteX8" fmla="*/ 174101 w 728932"/>
                    <a:gd name="connsiteY8" fmla="*/ 347665 h 872065"/>
                    <a:gd name="connsiteX9" fmla="*/ 431276 w 728932"/>
                    <a:gd name="connsiteY9" fmla="*/ 347665 h 872065"/>
                    <a:gd name="connsiteX10" fmla="*/ 431276 w 728932"/>
                    <a:gd name="connsiteY10" fmla="*/ 345754 h 872065"/>
                    <a:gd name="connsiteX11" fmla="*/ 517000 w 728932"/>
                    <a:gd name="connsiteY11" fmla="*/ 243359 h 872065"/>
                    <a:gd name="connsiteX12" fmla="*/ 433656 w 728932"/>
                    <a:gd name="connsiteY12" fmla="*/ 148109 h 872065"/>
                    <a:gd name="connsiteX13" fmla="*/ 174101 w 728932"/>
                    <a:gd name="connsiteY13" fmla="*/ 140965 h 872065"/>
                    <a:gd name="connsiteX14" fmla="*/ 0 w 728932"/>
                    <a:gd name="connsiteY14" fmla="*/ 0 h 872065"/>
                    <a:gd name="connsiteX15" fmla="*/ 127816 w 728932"/>
                    <a:gd name="connsiteY15" fmla="*/ 0 h 872065"/>
                    <a:gd name="connsiteX16" fmla="*/ 174101 w 728932"/>
                    <a:gd name="connsiteY16" fmla="*/ 0 h 872065"/>
                    <a:gd name="connsiteX17" fmla="*/ 447945 w 728932"/>
                    <a:gd name="connsiteY17" fmla="*/ 0 h 872065"/>
                    <a:gd name="connsiteX18" fmla="*/ 447945 w 728932"/>
                    <a:gd name="connsiteY18" fmla="*/ 1732 h 872065"/>
                    <a:gd name="connsiteX19" fmla="*/ 683688 w 728932"/>
                    <a:gd name="connsiteY19" fmla="*/ 179066 h 872065"/>
                    <a:gd name="connsiteX20" fmla="*/ 559863 w 728932"/>
                    <a:gd name="connsiteY20" fmla="*/ 407666 h 872065"/>
                    <a:gd name="connsiteX21" fmla="*/ 728932 w 728932"/>
                    <a:gd name="connsiteY21" fmla="*/ 633885 h 872065"/>
                    <a:gd name="connsiteX22" fmla="*/ 433657 w 728932"/>
                    <a:gd name="connsiteY22" fmla="*/ 872010 h 872065"/>
                    <a:gd name="connsiteX23" fmla="*/ 433776 w 728932"/>
                    <a:gd name="connsiteY23" fmla="*/ 869628 h 872065"/>
                    <a:gd name="connsiteX24" fmla="*/ 174101 w 728932"/>
                    <a:gd name="connsiteY24" fmla="*/ 869628 h 872065"/>
                    <a:gd name="connsiteX25" fmla="*/ 127816 w 728932"/>
                    <a:gd name="connsiteY25" fmla="*/ 869628 h 872065"/>
                    <a:gd name="connsiteX26" fmla="*/ 0 w 728932"/>
                    <a:gd name="connsiteY26" fmla="*/ 869628 h 872065"/>
                    <a:gd name="connsiteX27" fmla="*/ 0 w 728932"/>
                    <a:gd name="connsiteY27" fmla="*/ 0 h 872065"/>
                    <a:gd name="connsiteX0" fmla="*/ 174101 w 728932"/>
                    <a:gd name="connsiteY0" fmla="*/ 488630 h 872065"/>
                    <a:gd name="connsiteX1" fmla="*/ 174101 w 728932"/>
                    <a:gd name="connsiteY1" fmla="*/ 728663 h 872065"/>
                    <a:gd name="connsiteX2" fmla="*/ 442406 w 728932"/>
                    <a:gd name="connsiteY2" fmla="*/ 728663 h 872065"/>
                    <a:gd name="connsiteX3" fmla="*/ 547956 w 728932"/>
                    <a:gd name="connsiteY3" fmla="*/ 612454 h 872065"/>
                    <a:gd name="connsiteX4" fmla="*/ 431276 w 728932"/>
                    <a:gd name="connsiteY4" fmla="*/ 493391 h 872065"/>
                    <a:gd name="connsiteX5" fmla="*/ 431276 w 728932"/>
                    <a:gd name="connsiteY5" fmla="*/ 488630 h 872065"/>
                    <a:gd name="connsiteX6" fmla="*/ 174101 w 728932"/>
                    <a:gd name="connsiteY6" fmla="*/ 488630 h 872065"/>
                    <a:gd name="connsiteX7" fmla="*/ 174101 w 728932"/>
                    <a:gd name="connsiteY7" fmla="*/ 140965 h 872065"/>
                    <a:gd name="connsiteX8" fmla="*/ 174101 w 728932"/>
                    <a:gd name="connsiteY8" fmla="*/ 347665 h 872065"/>
                    <a:gd name="connsiteX9" fmla="*/ 431276 w 728932"/>
                    <a:gd name="connsiteY9" fmla="*/ 347665 h 872065"/>
                    <a:gd name="connsiteX10" fmla="*/ 431276 w 728932"/>
                    <a:gd name="connsiteY10" fmla="*/ 345754 h 872065"/>
                    <a:gd name="connsiteX11" fmla="*/ 517000 w 728932"/>
                    <a:gd name="connsiteY11" fmla="*/ 243359 h 872065"/>
                    <a:gd name="connsiteX12" fmla="*/ 433656 w 728932"/>
                    <a:gd name="connsiteY12" fmla="*/ 148109 h 872065"/>
                    <a:gd name="connsiteX13" fmla="*/ 174101 w 728932"/>
                    <a:gd name="connsiteY13" fmla="*/ 140965 h 872065"/>
                    <a:gd name="connsiteX14" fmla="*/ 0 w 728932"/>
                    <a:gd name="connsiteY14" fmla="*/ 0 h 872065"/>
                    <a:gd name="connsiteX15" fmla="*/ 127816 w 728932"/>
                    <a:gd name="connsiteY15" fmla="*/ 0 h 872065"/>
                    <a:gd name="connsiteX16" fmla="*/ 174101 w 728932"/>
                    <a:gd name="connsiteY16" fmla="*/ 0 h 872065"/>
                    <a:gd name="connsiteX17" fmla="*/ 447945 w 728932"/>
                    <a:gd name="connsiteY17" fmla="*/ 0 h 872065"/>
                    <a:gd name="connsiteX18" fmla="*/ 447945 w 728932"/>
                    <a:gd name="connsiteY18" fmla="*/ 1732 h 872065"/>
                    <a:gd name="connsiteX19" fmla="*/ 683688 w 728932"/>
                    <a:gd name="connsiteY19" fmla="*/ 179066 h 872065"/>
                    <a:gd name="connsiteX20" fmla="*/ 559863 w 728932"/>
                    <a:gd name="connsiteY20" fmla="*/ 407666 h 872065"/>
                    <a:gd name="connsiteX21" fmla="*/ 728932 w 728932"/>
                    <a:gd name="connsiteY21" fmla="*/ 633885 h 872065"/>
                    <a:gd name="connsiteX22" fmla="*/ 433657 w 728932"/>
                    <a:gd name="connsiteY22" fmla="*/ 872010 h 872065"/>
                    <a:gd name="connsiteX23" fmla="*/ 433776 w 728932"/>
                    <a:gd name="connsiteY23" fmla="*/ 869628 h 872065"/>
                    <a:gd name="connsiteX24" fmla="*/ 174101 w 728932"/>
                    <a:gd name="connsiteY24" fmla="*/ 869628 h 872065"/>
                    <a:gd name="connsiteX25" fmla="*/ 127816 w 728932"/>
                    <a:gd name="connsiteY25" fmla="*/ 869628 h 872065"/>
                    <a:gd name="connsiteX26" fmla="*/ 0 w 728932"/>
                    <a:gd name="connsiteY26" fmla="*/ 869628 h 872065"/>
                    <a:gd name="connsiteX27" fmla="*/ 0 w 728932"/>
                    <a:gd name="connsiteY27" fmla="*/ 0 h 872065"/>
                    <a:gd name="connsiteX0" fmla="*/ 174101 w 728932"/>
                    <a:gd name="connsiteY0" fmla="*/ 488630 h 872065"/>
                    <a:gd name="connsiteX1" fmla="*/ 174101 w 728932"/>
                    <a:gd name="connsiteY1" fmla="*/ 728663 h 872065"/>
                    <a:gd name="connsiteX2" fmla="*/ 442406 w 728932"/>
                    <a:gd name="connsiteY2" fmla="*/ 728663 h 872065"/>
                    <a:gd name="connsiteX3" fmla="*/ 547956 w 728932"/>
                    <a:gd name="connsiteY3" fmla="*/ 612454 h 872065"/>
                    <a:gd name="connsiteX4" fmla="*/ 431276 w 728932"/>
                    <a:gd name="connsiteY4" fmla="*/ 493391 h 872065"/>
                    <a:gd name="connsiteX5" fmla="*/ 431276 w 728932"/>
                    <a:gd name="connsiteY5" fmla="*/ 488630 h 872065"/>
                    <a:gd name="connsiteX6" fmla="*/ 174101 w 728932"/>
                    <a:gd name="connsiteY6" fmla="*/ 488630 h 872065"/>
                    <a:gd name="connsiteX7" fmla="*/ 174101 w 728932"/>
                    <a:gd name="connsiteY7" fmla="*/ 140965 h 872065"/>
                    <a:gd name="connsiteX8" fmla="*/ 174101 w 728932"/>
                    <a:gd name="connsiteY8" fmla="*/ 347665 h 872065"/>
                    <a:gd name="connsiteX9" fmla="*/ 431276 w 728932"/>
                    <a:gd name="connsiteY9" fmla="*/ 347665 h 872065"/>
                    <a:gd name="connsiteX10" fmla="*/ 431276 w 728932"/>
                    <a:gd name="connsiteY10" fmla="*/ 345754 h 872065"/>
                    <a:gd name="connsiteX11" fmla="*/ 517000 w 728932"/>
                    <a:gd name="connsiteY11" fmla="*/ 243359 h 872065"/>
                    <a:gd name="connsiteX12" fmla="*/ 433656 w 728932"/>
                    <a:gd name="connsiteY12" fmla="*/ 148109 h 872065"/>
                    <a:gd name="connsiteX13" fmla="*/ 174101 w 728932"/>
                    <a:gd name="connsiteY13" fmla="*/ 140965 h 872065"/>
                    <a:gd name="connsiteX14" fmla="*/ 0 w 728932"/>
                    <a:gd name="connsiteY14" fmla="*/ 0 h 872065"/>
                    <a:gd name="connsiteX15" fmla="*/ 127816 w 728932"/>
                    <a:gd name="connsiteY15" fmla="*/ 0 h 872065"/>
                    <a:gd name="connsiteX16" fmla="*/ 174101 w 728932"/>
                    <a:gd name="connsiteY16" fmla="*/ 0 h 872065"/>
                    <a:gd name="connsiteX17" fmla="*/ 447945 w 728932"/>
                    <a:gd name="connsiteY17" fmla="*/ 0 h 872065"/>
                    <a:gd name="connsiteX18" fmla="*/ 447945 w 728932"/>
                    <a:gd name="connsiteY18" fmla="*/ 1732 h 872065"/>
                    <a:gd name="connsiteX19" fmla="*/ 683688 w 728932"/>
                    <a:gd name="connsiteY19" fmla="*/ 179066 h 872065"/>
                    <a:gd name="connsiteX20" fmla="*/ 559863 w 728932"/>
                    <a:gd name="connsiteY20" fmla="*/ 407666 h 872065"/>
                    <a:gd name="connsiteX21" fmla="*/ 728932 w 728932"/>
                    <a:gd name="connsiteY21" fmla="*/ 633885 h 872065"/>
                    <a:gd name="connsiteX22" fmla="*/ 433657 w 728932"/>
                    <a:gd name="connsiteY22" fmla="*/ 872010 h 872065"/>
                    <a:gd name="connsiteX23" fmla="*/ 433776 w 728932"/>
                    <a:gd name="connsiteY23" fmla="*/ 869628 h 872065"/>
                    <a:gd name="connsiteX24" fmla="*/ 174101 w 728932"/>
                    <a:gd name="connsiteY24" fmla="*/ 869628 h 872065"/>
                    <a:gd name="connsiteX25" fmla="*/ 127816 w 728932"/>
                    <a:gd name="connsiteY25" fmla="*/ 869628 h 872065"/>
                    <a:gd name="connsiteX26" fmla="*/ 0 w 728932"/>
                    <a:gd name="connsiteY26" fmla="*/ 869628 h 872065"/>
                    <a:gd name="connsiteX27" fmla="*/ 0 w 728932"/>
                    <a:gd name="connsiteY27" fmla="*/ 0 h 872065"/>
                    <a:gd name="connsiteX0" fmla="*/ 174101 w 728932"/>
                    <a:gd name="connsiteY0" fmla="*/ 488630 h 872065"/>
                    <a:gd name="connsiteX1" fmla="*/ 174101 w 728932"/>
                    <a:gd name="connsiteY1" fmla="*/ 728663 h 872065"/>
                    <a:gd name="connsiteX2" fmla="*/ 442406 w 728932"/>
                    <a:gd name="connsiteY2" fmla="*/ 728663 h 872065"/>
                    <a:gd name="connsiteX3" fmla="*/ 547956 w 728932"/>
                    <a:gd name="connsiteY3" fmla="*/ 612454 h 872065"/>
                    <a:gd name="connsiteX4" fmla="*/ 431276 w 728932"/>
                    <a:gd name="connsiteY4" fmla="*/ 493391 h 872065"/>
                    <a:gd name="connsiteX5" fmla="*/ 174101 w 728932"/>
                    <a:gd name="connsiteY5" fmla="*/ 488630 h 872065"/>
                    <a:gd name="connsiteX6" fmla="*/ 174101 w 728932"/>
                    <a:gd name="connsiteY6" fmla="*/ 140965 h 872065"/>
                    <a:gd name="connsiteX7" fmla="*/ 174101 w 728932"/>
                    <a:gd name="connsiteY7" fmla="*/ 347665 h 872065"/>
                    <a:gd name="connsiteX8" fmla="*/ 431276 w 728932"/>
                    <a:gd name="connsiteY8" fmla="*/ 347665 h 872065"/>
                    <a:gd name="connsiteX9" fmla="*/ 431276 w 728932"/>
                    <a:gd name="connsiteY9" fmla="*/ 345754 h 872065"/>
                    <a:gd name="connsiteX10" fmla="*/ 517000 w 728932"/>
                    <a:gd name="connsiteY10" fmla="*/ 243359 h 872065"/>
                    <a:gd name="connsiteX11" fmla="*/ 433656 w 728932"/>
                    <a:gd name="connsiteY11" fmla="*/ 148109 h 872065"/>
                    <a:gd name="connsiteX12" fmla="*/ 174101 w 728932"/>
                    <a:gd name="connsiteY12" fmla="*/ 140965 h 872065"/>
                    <a:gd name="connsiteX13" fmla="*/ 0 w 728932"/>
                    <a:gd name="connsiteY13" fmla="*/ 0 h 872065"/>
                    <a:gd name="connsiteX14" fmla="*/ 127816 w 728932"/>
                    <a:gd name="connsiteY14" fmla="*/ 0 h 872065"/>
                    <a:gd name="connsiteX15" fmla="*/ 174101 w 728932"/>
                    <a:gd name="connsiteY15" fmla="*/ 0 h 872065"/>
                    <a:gd name="connsiteX16" fmla="*/ 447945 w 728932"/>
                    <a:gd name="connsiteY16" fmla="*/ 0 h 872065"/>
                    <a:gd name="connsiteX17" fmla="*/ 447945 w 728932"/>
                    <a:gd name="connsiteY17" fmla="*/ 1732 h 872065"/>
                    <a:gd name="connsiteX18" fmla="*/ 683688 w 728932"/>
                    <a:gd name="connsiteY18" fmla="*/ 179066 h 872065"/>
                    <a:gd name="connsiteX19" fmla="*/ 559863 w 728932"/>
                    <a:gd name="connsiteY19" fmla="*/ 407666 h 872065"/>
                    <a:gd name="connsiteX20" fmla="*/ 728932 w 728932"/>
                    <a:gd name="connsiteY20" fmla="*/ 633885 h 872065"/>
                    <a:gd name="connsiteX21" fmla="*/ 433657 w 728932"/>
                    <a:gd name="connsiteY21" fmla="*/ 872010 h 872065"/>
                    <a:gd name="connsiteX22" fmla="*/ 433776 w 728932"/>
                    <a:gd name="connsiteY22" fmla="*/ 869628 h 872065"/>
                    <a:gd name="connsiteX23" fmla="*/ 174101 w 728932"/>
                    <a:gd name="connsiteY23" fmla="*/ 869628 h 872065"/>
                    <a:gd name="connsiteX24" fmla="*/ 127816 w 728932"/>
                    <a:gd name="connsiteY24" fmla="*/ 869628 h 872065"/>
                    <a:gd name="connsiteX25" fmla="*/ 0 w 728932"/>
                    <a:gd name="connsiteY25" fmla="*/ 869628 h 872065"/>
                    <a:gd name="connsiteX26" fmla="*/ 0 w 728932"/>
                    <a:gd name="connsiteY26" fmla="*/ 0 h 8720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28932" h="872065">
                      <a:moveTo>
                        <a:pt x="174101" y="488630"/>
                      </a:moveTo>
                      <a:lnTo>
                        <a:pt x="174101" y="728663"/>
                      </a:lnTo>
                      <a:lnTo>
                        <a:pt x="442406" y="728663"/>
                      </a:lnTo>
                      <a:cubicBezTo>
                        <a:pt x="511257" y="715167"/>
                        <a:pt x="549532" y="684907"/>
                        <a:pt x="547956" y="612454"/>
                      </a:cubicBezTo>
                      <a:cubicBezTo>
                        <a:pt x="543194" y="552923"/>
                        <a:pt x="538432" y="510060"/>
                        <a:pt x="431276" y="493391"/>
                      </a:cubicBezTo>
                      <a:lnTo>
                        <a:pt x="174101" y="488630"/>
                      </a:lnTo>
                      <a:close/>
                      <a:moveTo>
                        <a:pt x="174101" y="140965"/>
                      </a:moveTo>
                      <a:lnTo>
                        <a:pt x="174101" y="347665"/>
                      </a:lnTo>
                      <a:lnTo>
                        <a:pt x="431276" y="347665"/>
                      </a:lnTo>
                      <a:lnTo>
                        <a:pt x="431276" y="345754"/>
                      </a:lnTo>
                      <a:cubicBezTo>
                        <a:pt x="474139" y="322735"/>
                        <a:pt x="514619" y="311622"/>
                        <a:pt x="517000" y="243359"/>
                      </a:cubicBezTo>
                      <a:cubicBezTo>
                        <a:pt x="517000" y="202878"/>
                        <a:pt x="502713" y="157634"/>
                        <a:pt x="433656" y="148109"/>
                      </a:cubicBezTo>
                      <a:cubicBezTo>
                        <a:pt x="366981" y="140568"/>
                        <a:pt x="274510" y="141043"/>
                        <a:pt x="174101" y="140965"/>
                      </a:cubicBezTo>
                      <a:close/>
                      <a:moveTo>
                        <a:pt x="0" y="0"/>
                      </a:moveTo>
                      <a:lnTo>
                        <a:pt x="127816" y="0"/>
                      </a:lnTo>
                      <a:lnTo>
                        <a:pt x="174101" y="0"/>
                      </a:lnTo>
                      <a:lnTo>
                        <a:pt x="447945" y="0"/>
                      </a:lnTo>
                      <a:lnTo>
                        <a:pt x="447945" y="1732"/>
                      </a:lnTo>
                      <a:cubicBezTo>
                        <a:pt x="634795" y="8775"/>
                        <a:pt x="679801" y="148746"/>
                        <a:pt x="683688" y="179066"/>
                      </a:cubicBezTo>
                      <a:cubicBezTo>
                        <a:pt x="689245" y="333848"/>
                        <a:pt x="620981" y="374328"/>
                        <a:pt x="559863" y="407666"/>
                      </a:cubicBezTo>
                      <a:cubicBezTo>
                        <a:pt x="663844" y="433066"/>
                        <a:pt x="727345" y="515617"/>
                        <a:pt x="728932" y="633885"/>
                      </a:cubicBezTo>
                      <a:cubicBezTo>
                        <a:pt x="720200" y="800572"/>
                        <a:pt x="594788" y="874392"/>
                        <a:pt x="433657" y="872010"/>
                      </a:cubicBezTo>
                      <a:cubicBezTo>
                        <a:pt x="433697" y="871216"/>
                        <a:pt x="433736" y="870422"/>
                        <a:pt x="433776" y="869628"/>
                      </a:cubicBezTo>
                      <a:lnTo>
                        <a:pt x="174101" y="869628"/>
                      </a:lnTo>
                      <a:lnTo>
                        <a:pt x="127816" y="869628"/>
                      </a:lnTo>
                      <a:lnTo>
                        <a:pt x="0" y="8696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39" name="Group 138"/>
              <p:cNvGrpSpPr/>
              <p:nvPr/>
            </p:nvGrpSpPr>
            <p:grpSpPr>
              <a:xfrm>
                <a:off x="6690882" y="1037184"/>
                <a:ext cx="720080" cy="720080"/>
                <a:chOff x="6690882" y="1037184"/>
                <a:chExt cx="720080" cy="720080"/>
              </a:xfrm>
            </p:grpSpPr>
            <p:sp>
              <p:nvSpPr>
                <p:cNvPr id="142" name="Rectangle 141"/>
                <p:cNvSpPr/>
                <p:nvPr/>
              </p:nvSpPr>
              <p:spPr>
                <a:xfrm>
                  <a:off x="6690882" y="1037184"/>
                  <a:ext cx="720080" cy="720080"/>
                </a:xfrm>
                <a:prstGeom prst="rect">
                  <a:avLst/>
                </a:prstGeom>
                <a:solidFill>
                  <a:schemeClr val="bg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3" name="Block Arc 142"/>
                <p:cNvSpPr>
                  <a:spLocks noChangeAspect="1"/>
                </p:cNvSpPr>
                <p:nvPr/>
              </p:nvSpPr>
              <p:spPr>
                <a:xfrm>
                  <a:off x="6842201" y="1156272"/>
                  <a:ext cx="417443" cy="481904"/>
                </a:xfrm>
                <a:prstGeom prst="blockArc">
                  <a:avLst>
                    <a:gd name="adj1" fmla="val 1756726"/>
                    <a:gd name="adj2" fmla="val 19889488"/>
                    <a:gd name="adj3" fmla="val 22774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40" name="Round Same Side Corner Rectangle 51"/>
              <p:cNvSpPr/>
              <p:nvPr/>
            </p:nvSpPr>
            <p:spPr>
              <a:xfrm rot="5400000">
                <a:off x="6852922" y="1652530"/>
                <a:ext cx="396000" cy="2520000"/>
              </a:xfrm>
              <a:custGeom>
                <a:avLst/>
                <a:gdLst/>
                <a:ahLst/>
                <a:cxnLst/>
                <a:rect l="l" t="t" r="r" b="b"/>
                <a:pathLst>
                  <a:path w="468002" h="2500353">
                    <a:moveTo>
                      <a:pt x="0" y="2500353"/>
                    </a:moveTo>
                    <a:lnTo>
                      <a:pt x="0" y="234001"/>
                    </a:lnTo>
                    <a:cubicBezTo>
                      <a:pt x="0" y="104766"/>
                      <a:pt x="104766" y="0"/>
                      <a:pt x="234001" y="0"/>
                    </a:cubicBezTo>
                    <a:cubicBezTo>
                      <a:pt x="363236" y="0"/>
                      <a:pt x="468002" y="104766"/>
                      <a:pt x="468002" y="234001"/>
                    </a:cubicBezTo>
                    <a:cubicBezTo>
                      <a:pt x="468002" y="989452"/>
                      <a:pt x="468001" y="1744902"/>
                      <a:pt x="468001" y="2500353"/>
                    </a:cubicBezTo>
                    <a:lnTo>
                      <a:pt x="467594" y="2500353"/>
                    </a:lnTo>
                    <a:cubicBezTo>
                      <a:pt x="429063" y="2409421"/>
                      <a:pt x="338980" y="2345641"/>
                      <a:pt x="234000" y="2345641"/>
                    </a:cubicBezTo>
                    <a:cubicBezTo>
                      <a:pt x="129020" y="2345641"/>
                      <a:pt x="38938" y="2409421"/>
                      <a:pt x="406" y="2500353"/>
                    </a:cubicBezTo>
                    <a:close/>
                  </a:path>
                </a:pathLst>
              </a:custGeom>
              <a:solidFill>
                <a:schemeClr val="bg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1" name="Round Same Side Corner Rectangle 51"/>
              <p:cNvSpPr/>
              <p:nvPr/>
            </p:nvSpPr>
            <p:spPr>
              <a:xfrm rot="16200000">
                <a:off x="6852922" y="2167123"/>
                <a:ext cx="396000" cy="2520000"/>
              </a:xfrm>
              <a:custGeom>
                <a:avLst/>
                <a:gdLst/>
                <a:ahLst/>
                <a:cxnLst/>
                <a:rect l="l" t="t" r="r" b="b"/>
                <a:pathLst>
                  <a:path w="468002" h="2500353">
                    <a:moveTo>
                      <a:pt x="0" y="2500353"/>
                    </a:moveTo>
                    <a:lnTo>
                      <a:pt x="0" y="234001"/>
                    </a:lnTo>
                    <a:cubicBezTo>
                      <a:pt x="0" y="104766"/>
                      <a:pt x="104766" y="0"/>
                      <a:pt x="234001" y="0"/>
                    </a:cubicBezTo>
                    <a:cubicBezTo>
                      <a:pt x="363236" y="0"/>
                      <a:pt x="468002" y="104766"/>
                      <a:pt x="468002" y="234001"/>
                    </a:cubicBezTo>
                    <a:cubicBezTo>
                      <a:pt x="468002" y="989452"/>
                      <a:pt x="468001" y="1744902"/>
                      <a:pt x="468001" y="2500353"/>
                    </a:cubicBezTo>
                    <a:lnTo>
                      <a:pt x="467594" y="2500353"/>
                    </a:lnTo>
                    <a:cubicBezTo>
                      <a:pt x="429063" y="2409421"/>
                      <a:pt x="338980" y="2345641"/>
                      <a:pt x="234000" y="2345641"/>
                    </a:cubicBezTo>
                    <a:cubicBezTo>
                      <a:pt x="129020" y="2345641"/>
                      <a:pt x="38938" y="2409421"/>
                      <a:pt x="406" y="2500353"/>
                    </a:cubicBezTo>
                    <a:close/>
                  </a:path>
                </a:pathLst>
              </a:custGeom>
              <a:solidFill>
                <a:schemeClr val="bg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139BBCBE-08BA-417D-87EB-C9DA6CB356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969062"/>
            <a:ext cx="9143999" cy="432000"/>
          </a:xfrm>
          <a:prstGeom prst="rect">
            <a:avLst/>
          </a:prstGeom>
        </p:spPr>
        <p:txBody>
          <a:bodyPr lIns="108000" anchor="ctr"/>
          <a:lstStyle>
            <a:lvl1pPr marL="0" indent="0" algn="ctr">
              <a:buNone/>
              <a:defRPr sz="1200" b="1" baseline="0">
                <a:solidFill>
                  <a:schemeClr val="tx1"/>
                </a:solidFill>
                <a:effectLst/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  <p:sp>
        <p:nvSpPr>
          <p:cNvPr id="52" name="제목 1">
            <a:extLst>
              <a:ext uri="{FF2B5EF4-FFF2-40B4-BE49-F238E27FC236}">
                <a16:creationId xmlns:a16="http://schemas.microsoft.com/office/drawing/2014/main" id="{AE33218E-9C24-435F-948C-815D84D473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417417"/>
            <a:ext cx="9143998" cy="540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1" baseline="0">
                <a:solidFill>
                  <a:schemeClr val="tx1"/>
                </a:solidFill>
                <a:effectLst/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FREE PPT TEMPLATES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9316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 userDrawn="1"/>
        </p:nvSpPr>
        <p:spPr>
          <a:xfrm>
            <a:off x="2947035" y="473947"/>
            <a:ext cx="3249931" cy="324993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3624362" y="1094735"/>
            <a:ext cx="1895276" cy="2008355"/>
            <a:chOff x="5304922" y="1037184"/>
            <a:chExt cx="3492000" cy="3700344"/>
          </a:xfrm>
        </p:grpSpPr>
        <p:grpSp>
          <p:nvGrpSpPr>
            <p:cNvPr id="8" name="Group 7"/>
            <p:cNvGrpSpPr/>
            <p:nvPr/>
          </p:nvGrpSpPr>
          <p:grpSpPr>
            <a:xfrm>
              <a:off x="5304922" y="3743716"/>
              <a:ext cx="3492000" cy="437610"/>
              <a:chOff x="1709238" y="4209096"/>
              <a:chExt cx="3492000" cy="437610"/>
            </a:xfrm>
          </p:grpSpPr>
          <p:sp>
            <p:nvSpPr>
              <p:cNvPr id="34" name="Rectangle 33"/>
              <p:cNvSpPr/>
              <p:nvPr/>
            </p:nvSpPr>
            <p:spPr>
              <a:xfrm>
                <a:off x="1709238" y="4214706"/>
                <a:ext cx="3492000" cy="432000"/>
              </a:xfrm>
              <a:prstGeom prst="rect">
                <a:avLst/>
              </a:prstGeom>
              <a:solidFill>
                <a:schemeClr val="accent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5" name="Group 34"/>
              <p:cNvGrpSpPr/>
              <p:nvPr/>
            </p:nvGrpSpPr>
            <p:grpSpPr>
              <a:xfrm>
                <a:off x="2078720" y="4209096"/>
                <a:ext cx="469833" cy="432000"/>
                <a:chOff x="2078720" y="4209096"/>
                <a:chExt cx="469833" cy="432000"/>
              </a:xfrm>
            </p:grpSpPr>
            <p:sp>
              <p:nvSpPr>
                <p:cNvPr id="43" name="Rectangle 42"/>
                <p:cNvSpPr/>
                <p:nvPr/>
              </p:nvSpPr>
              <p:spPr>
                <a:xfrm>
                  <a:off x="2078720" y="4209096"/>
                  <a:ext cx="54000" cy="43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4" name="Rectangle 43"/>
                <p:cNvSpPr/>
                <p:nvPr/>
              </p:nvSpPr>
              <p:spPr>
                <a:xfrm>
                  <a:off x="2217331" y="4209096"/>
                  <a:ext cx="54000" cy="43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Rectangle 44"/>
                <p:cNvSpPr/>
                <p:nvPr/>
              </p:nvSpPr>
              <p:spPr>
                <a:xfrm>
                  <a:off x="2355942" y="4209096"/>
                  <a:ext cx="54000" cy="43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6" name="Rectangle 45"/>
                <p:cNvSpPr/>
                <p:nvPr/>
              </p:nvSpPr>
              <p:spPr>
                <a:xfrm>
                  <a:off x="2494553" y="4209096"/>
                  <a:ext cx="54000" cy="43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6" name="Group 35"/>
              <p:cNvGrpSpPr/>
              <p:nvPr/>
            </p:nvGrpSpPr>
            <p:grpSpPr>
              <a:xfrm>
                <a:off x="4098293" y="4384000"/>
                <a:ext cx="900965" cy="82800"/>
                <a:chOff x="4098293" y="4384000"/>
                <a:chExt cx="900965" cy="82800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4098293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4260486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4422679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4584872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Rectangle 40"/>
                <p:cNvSpPr/>
                <p:nvPr/>
              </p:nvSpPr>
              <p:spPr>
                <a:xfrm>
                  <a:off x="4747065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>
                  <a:off x="4909258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9" name="Group 8"/>
            <p:cNvGrpSpPr/>
            <p:nvPr/>
          </p:nvGrpSpPr>
          <p:grpSpPr>
            <a:xfrm flipH="1">
              <a:off x="5304922" y="4299918"/>
              <a:ext cx="3492000" cy="437610"/>
              <a:chOff x="1709238" y="4209096"/>
              <a:chExt cx="3492000" cy="43761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1709238" y="4214706"/>
                <a:ext cx="3492000" cy="432000"/>
              </a:xfrm>
              <a:prstGeom prst="rect">
                <a:avLst/>
              </a:prstGeom>
              <a:solidFill>
                <a:schemeClr val="accent2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>
                <a:off x="2078720" y="4209096"/>
                <a:ext cx="469833" cy="432000"/>
                <a:chOff x="2078720" y="4209096"/>
                <a:chExt cx="469833" cy="432000"/>
              </a:xfrm>
            </p:grpSpPr>
            <p:sp>
              <p:nvSpPr>
                <p:cNvPr id="30" name="Rectangle 29"/>
                <p:cNvSpPr/>
                <p:nvPr/>
              </p:nvSpPr>
              <p:spPr>
                <a:xfrm>
                  <a:off x="2078720" y="4209096"/>
                  <a:ext cx="54000" cy="43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" name="Rectangle 30"/>
                <p:cNvSpPr/>
                <p:nvPr/>
              </p:nvSpPr>
              <p:spPr>
                <a:xfrm>
                  <a:off x="2217331" y="4209096"/>
                  <a:ext cx="54000" cy="43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" name="Rectangle 31"/>
                <p:cNvSpPr/>
                <p:nvPr/>
              </p:nvSpPr>
              <p:spPr>
                <a:xfrm>
                  <a:off x="2355942" y="4209096"/>
                  <a:ext cx="54000" cy="43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" name="Rectangle 32"/>
                <p:cNvSpPr/>
                <p:nvPr/>
              </p:nvSpPr>
              <p:spPr>
                <a:xfrm>
                  <a:off x="2494553" y="4209096"/>
                  <a:ext cx="54000" cy="43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3" name="Group 22"/>
              <p:cNvGrpSpPr/>
              <p:nvPr/>
            </p:nvGrpSpPr>
            <p:grpSpPr>
              <a:xfrm>
                <a:off x="4098293" y="4384000"/>
                <a:ext cx="900965" cy="82800"/>
                <a:chOff x="4098293" y="4384000"/>
                <a:chExt cx="900965" cy="82800"/>
              </a:xfrm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4098293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" name="Rectangle 24"/>
                <p:cNvSpPr/>
                <p:nvPr/>
              </p:nvSpPr>
              <p:spPr>
                <a:xfrm>
                  <a:off x="4260486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" name="Rectangle 25"/>
                <p:cNvSpPr/>
                <p:nvPr/>
              </p:nvSpPr>
              <p:spPr>
                <a:xfrm>
                  <a:off x="4422679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" name="Rectangle 26"/>
                <p:cNvSpPr/>
                <p:nvPr/>
              </p:nvSpPr>
              <p:spPr>
                <a:xfrm>
                  <a:off x="4584872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" name="Rectangle 27"/>
                <p:cNvSpPr/>
                <p:nvPr/>
              </p:nvSpPr>
              <p:spPr>
                <a:xfrm>
                  <a:off x="4747065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4909258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10" name="Group 9"/>
            <p:cNvGrpSpPr/>
            <p:nvPr/>
          </p:nvGrpSpPr>
          <p:grpSpPr>
            <a:xfrm>
              <a:off x="6272654" y="1875857"/>
              <a:ext cx="720080" cy="720080"/>
              <a:chOff x="6272654" y="1875857"/>
              <a:chExt cx="720080" cy="720080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6272654" y="1875857"/>
                <a:ext cx="720080" cy="720080"/>
              </a:xfrm>
              <a:prstGeom prst="rect">
                <a:avLst/>
              </a:prstGeom>
              <a:solidFill>
                <a:schemeClr val="accent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Parallelogram 5"/>
              <p:cNvSpPr>
                <a:spLocks/>
              </p:cNvSpPr>
              <p:nvPr/>
            </p:nvSpPr>
            <p:spPr>
              <a:xfrm>
                <a:off x="6391715" y="1978487"/>
                <a:ext cx="481958" cy="481904"/>
              </a:xfrm>
              <a:custGeom>
                <a:avLst/>
                <a:gdLst/>
                <a:ahLst/>
                <a:cxnLst/>
                <a:rect l="l" t="t" r="r" b="b"/>
                <a:pathLst>
                  <a:path w="848270" h="868857">
                    <a:moveTo>
                      <a:pt x="424135" y="189887"/>
                    </a:moveTo>
                    <a:lnTo>
                      <a:pt x="297766" y="526729"/>
                    </a:lnTo>
                    <a:lnTo>
                      <a:pt x="550505" y="526729"/>
                    </a:lnTo>
                    <a:close/>
                    <a:moveTo>
                      <a:pt x="325960" y="0"/>
                    </a:moveTo>
                    <a:lnTo>
                      <a:pt x="352897" y="0"/>
                    </a:lnTo>
                    <a:lnTo>
                      <a:pt x="495373" y="0"/>
                    </a:lnTo>
                    <a:lnTo>
                      <a:pt x="522310" y="0"/>
                    </a:lnTo>
                    <a:lnTo>
                      <a:pt x="848270" y="868857"/>
                    </a:lnTo>
                    <a:lnTo>
                      <a:pt x="678857" y="868857"/>
                    </a:lnTo>
                    <a:lnTo>
                      <a:pt x="604960" y="671883"/>
                    </a:lnTo>
                    <a:lnTo>
                      <a:pt x="243310" y="671883"/>
                    </a:lnTo>
                    <a:lnTo>
                      <a:pt x="169413" y="868857"/>
                    </a:lnTo>
                    <a:lnTo>
                      <a:pt x="0" y="868857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+mn-lt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7109110" y="1875857"/>
              <a:ext cx="720080" cy="720080"/>
              <a:chOff x="7109110" y="1875857"/>
              <a:chExt cx="720080" cy="720080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7109110" y="1875857"/>
                <a:ext cx="720080" cy="720080"/>
              </a:xfrm>
              <a:prstGeom prst="rect">
                <a:avLst/>
              </a:prstGeom>
              <a:solidFill>
                <a:schemeClr val="accent2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Rectangle 9"/>
              <p:cNvSpPr>
                <a:spLocks noChangeAspect="1"/>
              </p:cNvSpPr>
              <p:nvPr/>
            </p:nvSpPr>
            <p:spPr>
              <a:xfrm>
                <a:off x="7267746" y="1994945"/>
                <a:ext cx="402809" cy="481904"/>
              </a:xfrm>
              <a:custGeom>
                <a:avLst/>
                <a:gdLst>
                  <a:gd name="connsiteX0" fmla="*/ 174101 w 728932"/>
                  <a:gd name="connsiteY0" fmla="*/ 488630 h 872065"/>
                  <a:gd name="connsiteX1" fmla="*/ 174101 w 728932"/>
                  <a:gd name="connsiteY1" fmla="*/ 728663 h 872065"/>
                  <a:gd name="connsiteX2" fmla="*/ 442406 w 728932"/>
                  <a:gd name="connsiteY2" fmla="*/ 728663 h 872065"/>
                  <a:gd name="connsiteX3" fmla="*/ 547956 w 728932"/>
                  <a:gd name="connsiteY3" fmla="*/ 612454 h 872065"/>
                  <a:gd name="connsiteX4" fmla="*/ 431276 w 728932"/>
                  <a:gd name="connsiteY4" fmla="*/ 493391 h 872065"/>
                  <a:gd name="connsiteX5" fmla="*/ 431276 w 728932"/>
                  <a:gd name="connsiteY5" fmla="*/ 488630 h 872065"/>
                  <a:gd name="connsiteX6" fmla="*/ 174101 w 728932"/>
                  <a:gd name="connsiteY6" fmla="*/ 488630 h 872065"/>
                  <a:gd name="connsiteX7" fmla="*/ 174101 w 728932"/>
                  <a:gd name="connsiteY7" fmla="*/ 140965 h 872065"/>
                  <a:gd name="connsiteX8" fmla="*/ 174101 w 728932"/>
                  <a:gd name="connsiteY8" fmla="*/ 347665 h 872065"/>
                  <a:gd name="connsiteX9" fmla="*/ 431276 w 728932"/>
                  <a:gd name="connsiteY9" fmla="*/ 347665 h 872065"/>
                  <a:gd name="connsiteX10" fmla="*/ 431276 w 728932"/>
                  <a:gd name="connsiteY10" fmla="*/ 345754 h 872065"/>
                  <a:gd name="connsiteX11" fmla="*/ 517000 w 728932"/>
                  <a:gd name="connsiteY11" fmla="*/ 243359 h 872065"/>
                  <a:gd name="connsiteX12" fmla="*/ 433656 w 728932"/>
                  <a:gd name="connsiteY12" fmla="*/ 148109 h 872065"/>
                  <a:gd name="connsiteX13" fmla="*/ 174101 w 728932"/>
                  <a:gd name="connsiteY13" fmla="*/ 140965 h 872065"/>
                  <a:gd name="connsiteX14" fmla="*/ 0 w 728932"/>
                  <a:gd name="connsiteY14" fmla="*/ 0 h 872065"/>
                  <a:gd name="connsiteX15" fmla="*/ 127816 w 728932"/>
                  <a:gd name="connsiteY15" fmla="*/ 0 h 872065"/>
                  <a:gd name="connsiteX16" fmla="*/ 174101 w 728932"/>
                  <a:gd name="connsiteY16" fmla="*/ 0 h 872065"/>
                  <a:gd name="connsiteX17" fmla="*/ 447945 w 728932"/>
                  <a:gd name="connsiteY17" fmla="*/ 0 h 872065"/>
                  <a:gd name="connsiteX18" fmla="*/ 447945 w 728932"/>
                  <a:gd name="connsiteY18" fmla="*/ 1732 h 872065"/>
                  <a:gd name="connsiteX19" fmla="*/ 683688 w 728932"/>
                  <a:gd name="connsiteY19" fmla="*/ 179066 h 872065"/>
                  <a:gd name="connsiteX20" fmla="*/ 559863 w 728932"/>
                  <a:gd name="connsiteY20" fmla="*/ 407666 h 872065"/>
                  <a:gd name="connsiteX21" fmla="*/ 728932 w 728932"/>
                  <a:gd name="connsiteY21" fmla="*/ 633885 h 872065"/>
                  <a:gd name="connsiteX22" fmla="*/ 433657 w 728932"/>
                  <a:gd name="connsiteY22" fmla="*/ 872010 h 872065"/>
                  <a:gd name="connsiteX23" fmla="*/ 433776 w 728932"/>
                  <a:gd name="connsiteY23" fmla="*/ 869628 h 872065"/>
                  <a:gd name="connsiteX24" fmla="*/ 174101 w 728932"/>
                  <a:gd name="connsiteY24" fmla="*/ 869628 h 872065"/>
                  <a:gd name="connsiteX25" fmla="*/ 127816 w 728932"/>
                  <a:gd name="connsiteY25" fmla="*/ 869628 h 872065"/>
                  <a:gd name="connsiteX26" fmla="*/ 0 w 728932"/>
                  <a:gd name="connsiteY26" fmla="*/ 869628 h 872065"/>
                  <a:gd name="connsiteX27" fmla="*/ 0 w 728932"/>
                  <a:gd name="connsiteY27" fmla="*/ 0 h 872065"/>
                  <a:gd name="connsiteX0" fmla="*/ 174101 w 728932"/>
                  <a:gd name="connsiteY0" fmla="*/ 488630 h 872065"/>
                  <a:gd name="connsiteX1" fmla="*/ 174101 w 728932"/>
                  <a:gd name="connsiteY1" fmla="*/ 728663 h 872065"/>
                  <a:gd name="connsiteX2" fmla="*/ 442406 w 728932"/>
                  <a:gd name="connsiteY2" fmla="*/ 728663 h 872065"/>
                  <a:gd name="connsiteX3" fmla="*/ 547956 w 728932"/>
                  <a:gd name="connsiteY3" fmla="*/ 612454 h 872065"/>
                  <a:gd name="connsiteX4" fmla="*/ 431276 w 728932"/>
                  <a:gd name="connsiteY4" fmla="*/ 493391 h 872065"/>
                  <a:gd name="connsiteX5" fmla="*/ 431276 w 728932"/>
                  <a:gd name="connsiteY5" fmla="*/ 488630 h 872065"/>
                  <a:gd name="connsiteX6" fmla="*/ 174101 w 728932"/>
                  <a:gd name="connsiteY6" fmla="*/ 488630 h 872065"/>
                  <a:gd name="connsiteX7" fmla="*/ 174101 w 728932"/>
                  <a:gd name="connsiteY7" fmla="*/ 140965 h 872065"/>
                  <a:gd name="connsiteX8" fmla="*/ 174101 w 728932"/>
                  <a:gd name="connsiteY8" fmla="*/ 347665 h 872065"/>
                  <a:gd name="connsiteX9" fmla="*/ 431276 w 728932"/>
                  <a:gd name="connsiteY9" fmla="*/ 347665 h 872065"/>
                  <a:gd name="connsiteX10" fmla="*/ 431276 w 728932"/>
                  <a:gd name="connsiteY10" fmla="*/ 345754 h 872065"/>
                  <a:gd name="connsiteX11" fmla="*/ 517000 w 728932"/>
                  <a:gd name="connsiteY11" fmla="*/ 243359 h 872065"/>
                  <a:gd name="connsiteX12" fmla="*/ 433656 w 728932"/>
                  <a:gd name="connsiteY12" fmla="*/ 148109 h 872065"/>
                  <a:gd name="connsiteX13" fmla="*/ 174101 w 728932"/>
                  <a:gd name="connsiteY13" fmla="*/ 140965 h 872065"/>
                  <a:gd name="connsiteX14" fmla="*/ 0 w 728932"/>
                  <a:gd name="connsiteY14" fmla="*/ 0 h 872065"/>
                  <a:gd name="connsiteX15" fmla="*/ 127816 w 728932"/>
                  <a:gd name="connsiteY15" fmla="*/ 0 h 872065"/>
                  <a:gd name="connsiteX16" fmla="*/ 174101 w 728932"/>
                  <a:gd name="connsiteY16" fmla="*/ 0 h 872065"/>
                  <a:gd name="connsiteX17" fmla="*/ 447945 w 728932"/>
                  <a:gd name="connsiteY17" fmla="*/ 0 h 872065"/>
                  <a:gd name="connsiteX18" fmla="*/ 447945 w 728932"/>
                  <a:gd name="connsiteY18" fmla="*/ 1732 h 872065"/>
                  <a:gd name="connsiteX19" fmla="*/ 683688 w 728932"/>
                  <a:gd name="connsiteY19" fmla="*/ 179066 h 872065"/>
                  <a:gd name="connsiteX20" fmla="*/ 559863 w 728932"/>
                  <a:gd name="connsiteY20" fmla="*/ 407666 h 872065"/>
                  <a:gd name="connsiteX21" fmla="*/ 728932 w 728932"/>
                  <a:gd name="connsiteY21" fmla="*/ 633885 h 872065"/>
                  <a:gd name="connsiteX22" fmla="*/ 433657 w 728932"/>
                  <a:gd name="connsiteY22" fmla="*/ 872010 h 872065"/>
                  <a:gd name="connsiteX23" fmla="*/ 433776 w 728932"/>
                  <a:gd name="connsiteY23" fmla="*/ 869628 h 872065"/>
                  <a:gd name="connsiteX24" fmla="*/ 174101 w 728932"/>
                  <a:gd name="connsiteY24" fmla="*/ 869628 h 872065"/>
                  <a:gd name="connsiteX25" fmla="*/ 127816 w 728932"/>
                  <a:gd name="connsiteY25" fmla="*/ 869628 h 872065"/>
                  <a:gd name="connsiteX26" fmla="*/ 0 w 728932"/>
                  <a:gd name="connsiteY26" fmla="*/ 869628 h 872065"/>
                  <a:gd name="connsiteX27" fmla="*/ 0 w 728932"/>
                  <a:gd name="connsiteY27" fmla="*/ 0 h 872065"/>
                  <a:gd name="connsiteX0" fmla="*/ 174101 w 728932"/>
                  <a:gd name="connsiteY0" fmla="*/ 488630 h 872065"/>
                  <a:gd name="connsiteX1" fmla="*/ 174101 w 728932"/>
                  <a:gd name="connsiteY1" fmla="*/ 728663 h 872065"/>
                  <a:gd name="connsiteX2" fmla="*/ 442406 w 728932"/>
                  <a:gd name="connsiteY2" fmla="*/ 728663 h 872065"/>
                  <a:gd name="connsiteX3" fmla="*/ 547956 w 728932"/>
                  <a:gd name="connsiteY3" fmla="*/ 612454 h 872065"/>
                  <a:gd name="connsiteX4" fmla="*/ 431276 w 728932"/>
                  <a:gd name="connsiteY4" fmla="*/ 493391 h 872065"/>
                  <a:gd name="connsiteX5" fmla="*/ 431276 w 728932"/>
                  <a:gd name="connsiteY5" fmla="*/ 488630 h 872065"/>
                  <a:gd name="connsiteX6" fmla="*/ 174101 w 728932"/>
                  <a:gd name="connsiteY6" fmla="*/ 488630 h 872065"/>
                  <a:gd name="connsiteX7" fmla="*/ 174101 w 728932"/>
                  <a:gd name="connsiteY7" fmla="*/ 140965 h 872065"/>
                  <a:gd name="connsiteX8" fmla="*/ 174101 w 728932"/>
                  <a:gd name="connsiteY8" fmla="*/ 347665 h 872065"/>
                  <a:gd name="connsiteX9" fmla="*/ 431276 w 728932"/>
                  <a:gd name="connsiteY9" fmla="*/ 347665 h 872065"/>
                  <a:gd name="connsiteX10" fmla="*/ 431276 w 728932"/>
                  <a:gd name="connsiteY10" fmla="*/ 345754 h 872065"/>
                  <a:gd name="connsiteX11" fmla="*/ 517000 w 728932"/>
                  <a:gd name="connsiteY11" fmla="*/ 243359 h 872065"/>
                  <a:gd name="connsiteX12" fmla="*/ 433656 w 728932"/>
                  <a:gd name="connsiteY12" fmla="*/ 148109 h 872065"/>
                  <a:gd name="connsiteX13" fmla="*/ 174101 w 728932"/>
                  <a:gd name="connsiteY13" fmla="*/ 140965 h 872065"/>
                  <a:gd name="connsiteX14" fmla="*/ 0 w 728932"/>
                  <a:gd name="connsiteY14" fmla="*/ 0 h 872065"/>
                  <a:gd name="connsiteX15" fmla="*/ 127816 w 728932"/>
                  <a:gd name="connsiteY15" fmla="*/ 0 h 872065"/>
                  <a:gd name="connsiteX16" fmla="*/ 174101 w 728932"/>
                  <a:gd name="connsiteY16" fmla="*/ 0 h 872065"/>
                  <a:gd name="connsiteX17" fmla="*/ 447945 w 728932"/>
                  <a:gd name="connsiteY17" fmla="*/ 0 h 872065"/>
                  <a:gd name="connsiteX18" fmla="*/ 447945 w 728932"/>
                  <a:gd name="connsiteY18" fmla="*/ 1732 h 872065"/>
                  <a:gd name="connsiteX19" fmla="*/ 683688 w 728932"/>
                  <a:gd name="connsiteY19" fmla="*/ 179066 h 872065"/>
                  <a:gd name="connsiteX20" fmla="*/ 559863 w 728932"/>
                  <a:gd name="connsiteY20" fmla="*/ 407666 h 872065"/>
                  <a:gd name="connsiteX21" fmla="*/ 728932 w 728932"/>
                  <a:gd name="connsiteY21" fmla="*/ 633885 h 872065"/>
                  <a:gd name="connsiteX22" fmla="*/ 433657 w 728932"/>
                  <a:gd name="connsiteY22" fmla="*/ 872010 h 872065"/>
                  <a:gd name="connsiteX23" fmla="*/ 433776 w 728932"/>
                  <a:gd name="connsiteY23" fmla="*/ 869628 h 872065"/>
                  <a:gd name="connsiteX24" fmla="*/ 174101 w 728932"/>
                  <a:gd name="connsiteY24" fmla="*/ 869628 h 872065"/>
                  <a:gd name="connsiteX25" fmla="*/ 127816 w 728932"/>
                  <a:gd name="connsiteY25" fmla="*/ 869628 h 872065"/>
                  <a:gd name="connsiteX26" fmla="*/ 0 w 728932"/>
                  <a:gd name="connsiteY26" fmla="*/ 869628 h 872065"/>
                  <a:gd name="connsiteX27" fmla="*/ 0 w 728932"/>
                  <a:gd name="connsiteY27" fmla="*/ 0 h 872065"/>
                  <a:gd name="connsiteX0" fmla="*/ 174101 w 728932"/>
                  <a:gd name="connsiteY0" fmla="*/ 488630 h 872065"/>
                  <a:gd name="connsiteX1" fmla="*/ 174101 w 728932"/>
                  <a:gd name="connsiteY1" fmla="*/ 728663 h 872065"/>
                  <a:gd name="connsiteX2" fmla="*/ 442406 w 728932"/>
                  <a:gd name="connsiteY2" fmla="*/ 728663 h 872065"/>
                  <a:gd name="connsiteX3" fmla="*/ 547956 w 728932"/>
                  <a:gd name="connsiteY3" fmla="*/ 612454 h 872065"/>
                  <a:gd name="connsiteX4" fmla="*/ 431276 w 728932"/>
                  <a:gd name="connsiteY4" fmla="*/ 493391 h 872065"/>
                  <a:gd name="connsiteX5" fmla="*/ 174101 w 728932"/>
                  <a:gd name="connsiteY5" fmla="*/ 488630 h 872065"/>
                  <a:gd name="connsiteX6" fmla="*/ 174101 w 728932"/>
                  <a:gd name="connsiteY6" fmla="*/ 140965 h 872065"/>
                  <a:gd name="connsiteX7" fmla="*/ 174101 w 728932"/>
                  <a:gd name="connsiteY7" fmla="*/ 347665 h 872065"/>
                  <a:gd name="connsiteX8" fmla="*/ 431276 w 728932"/>
                  <a:gd name="connsiteY8" fmla="*/ 347665 h 872065"/>
                  <a:gd name="connsiteX9" fmla="*/ 431276 w 728932"/>
                  <a:gd name="connsiteY9" fmla="*/ 345754 h 872065"/>
                  <a:gd name="connsiteX10" fmla="*/ 517000 w 728932"/>
                  <a:gd name="connsiteY10" fmla="*/ 243359 h 872065"/>
                  <a:gd name="connsiteX11" fmla="*/ 433656 w 728932"/>
                  <a:gd name="connsiteY11" fmla="*/ 148109 h 872065"/>
                  <a:gd name="connsiteX12" fmla="*/ 174101 w 728932"/>
                  <a:gd name="connsiteY12" fmla="*/ 140965 h 872065"/>
                  <a:gd name="connsiteX13" fmla="*/ 0 w 728932"/>
                  <a:gd name="connsiteY13" fmla="*/ 0 h 872065"/>
                  <a:gd name="connsiteX14" fmla="*/ 127816 w 728932"/>
                  <a:gd name="connsiteY14" fmla="*/ 0 h 872065"/>
                  <a:gd name="connsiteX15" fmla="*/ 174101 w 728932"/>
                  <a:gd name="connsiteY15" fmla="*/ 0 h 872065"/>
                  <a:gd name="connsiteX16" fmla="*/ 447945 w 728932"/>
                  <a:gd name="connsiteY16" fmla="*/ 0 h 872065"/>
                  <a:gd name="connsiteX17" fmla="*/ 447945 w 728932"/>
                  <a:gd name="connsiteY17" fmla="*/ 1732 h 872065"/>
                  <a:gd name="connsiteX18" fmla="*/ 683688 w 728932"/>
                  <a:gd name="connsiteY18" fmla="*/ 179066 h 872065"/>
                  <a:gd name="connsiteX19" fmla="*/ 559863 w 728932"/>
                  <a:gd name="connsiteY19" fmla="*/ 407666 h 872065"/>
                  <a:gd name="connsiteX20" fmla="*/ 728932 w 728932"/>
                  <a:gd name="connsiteY20" fmla="*/ 633885 h 872065"/>
                  <a:gd name="connsiteX21" fmla="*/ 433657 w 728932"/>
                  <a:gd name="connsiteY21" fmla="*/ 872010 h 872065"/>
                  <a:gd name="connsiteX22" fmla="*/ 433776 w 728932"/>
                  <a:gd name="connsiteY22" fmla="*/ 869628 h 872065"/>
                  <a:gd name="connsiteX23" fmla="*/ 174101 w 728932"/>
                  <a:gd name="connsiteY23" fmla="*/ 869628 h 872065"/>
                  <a:gd name="connsiteX24" fmla="*/ 127816 w 728932"/>
                  <a:gd name="connsiteY24" fmla="*/ 869628 h 872065"/>
                  <a:gd name="connsiteX25" fmla="*/ 0 w 728932"/>
                  <a:gd name="connsiteY25" fmla="*/ 869628 h 872065"/>
                  <a:gd name="connsiteX26" fmla="*/ 0 w 728932"/>
                  <a:gd name="connsiteY26" fmla="*/ 0 h 872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728932" h="872065">
                    <a:moveTo>
                      <a:pt x="174101" y="488630"/>
                    </a:moveTo>
                    <a:lnTo>
                      <a:pt x="174101" y="728663"/>
                    </a:lnTo>
                    <a:lnTo>
                      <a:pt x="442406" y="728663"/>
                    </a:lnTo>
                    <a:cubicBezTo>
                      <a:pt x="511257" y="715167"/>
                      <a:pt x="549532" y="684907"/>
                      <a:pt x="547956" y="612454"/>
                    </a:cubicBezTo>
                    <a:cubicBezTo>
                      <a:pt x="543194" y="552923"/>
                      <a:pt x="538432" y="510060"/>
                      <a:pt x="431276" y="493391"/>
                    </a:cubicBezTo>
                    <a:lnTo>
                      <a:pt x="174101" y="488630"/>
                    </a:lnTo>
                    <a:close/>
                    <a:moveTo>
                      <a:pt x="174101" y="140965"/>
                    </a:moveTo>
                    <a:lnTo>
                      <a:pt x="174101" y="347665"/>
                    </a:lnTo>
                    <a:lnTo>
                      <a:pt x="431276" y="347665"/>
                    </a:lnTo>
                    <a:lnTo>
                      <a:pt x="431276" y="345754"/>
                    </a:lnTo>
                    <a:cubicBezTo>
                      <a:pt x="474139" y="322735"/>
                      <a:pt x="514619" y="311622"/>
                      <a:pt x="517000" y="243359"/>
                    </a:cubicBezTo>
                    <a:cubicBezTo>
                      <a:pt x="517000" y="202878"/>
                      <a:pt x="502713" y="157634"/>
                      <a:pt x="433656" y="148109"/>
                    </a:cubicBezTo>
                    <a:cubicBezTo>
                      <a:pt x="366981" y="140568"/>
                      <a:pt x="274510" y="141043"/>
                      <a:pt x="174101" y="140965"/>
                    </a:cubicBezTo>
                    <a:close/>
                    <a:moveTo>
                      <a:pt x="0" y="0"/>
                    </a:moveTo>
                    <a:lnTo>
                      <a:pt x="127816" y="0"/>
                    </a:lnTo>
                    <a:lnTo>
                      <a:pt x="174101" y="0"/>
                    </a:lnTo>
                    <a:lnTo>
                      <a:pt x="447945" y="0"/>
                    </a:lnTo>
                    <a:lnTo>
                      <a:pt x="447945" y="1732"/>
                    </a:lnTo>
                    <a:cubicBezTo>
                      <a:pt x="634795" y="8775"/>
                      <a:pt x="679801" y="148746"/>
                      <a:pt x="683688" y="179066"/>
                    </a:cubicBezTo>
                    <a:cubicBezTo>
                      <a:pt x="689245" y="333848"/>
                      <a:pt x="620981" y="374328"/>
                      <a:pt x="559863" y="407666"/>
                    </a:cubicBezTo>
                    <a:cubicBezTo>
                      <a:pt x="663844" y="433066"/>
                      <a:pt x="727345" y="515617"/>
                      <a:pt x="728932" y="633885"/>
                    </a:cubicBezTo>
                    <a:cubicBezTo>
                      <a:pt x="720200" y="800572"/>
                      <a:pt x="594788" y="874392"/>
                      <a:pt x="433657" y="872010"/>
                    </a:cubicBezTo>
                    <a:cubicBezTo>
                      <a:pt x="433697" y="871216"/>
                      <a:pt x="433736" y="870422"/>
                      <a:pt x="433776" y="869628"/>
                    </a:cubicBezTo>
                    <a:lnTo>
                      <a:pt x="174101" y="869628"/>
                    </a:lnTo>
                    <a:lnTo>
                      <a:pt x="127816" y="869628"/>
                    </a:lnTo>
                    <a:lnTo>
                      <a:pt x="0" y="869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+mn-lt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6690882" y="1037184"/>
              <a:ext cx="720080" cy="720080"/>
              <a:chOff x="6690882" y="1037184"/>
              <a:chExt cx="720080" cy="72008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6690882" y="1037184"/>
                <a:ext cx="720080" cy="72008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lt"/>
                </a:endParaRPr>
              </a:p>
            </p:txBody>
          </p:sp>
          <p:sp>
            <p:nvSpPr>
              <p:cNvPr id="16" name="Block Arc 15"/>
              <p:cNvSpPr>
                <a:spLocks noChangeAspect="1"/>
              </p:cNvSpPr>
              <p:nvPr/>
            </p:nvSpPr>
            <p:spPr>
              <a:xfrm>
                <a:off x="6842201" y="1156272"/>
                <a:ext cx="417443" cy="481904"/>
              </a:xfrm>
              <a:prstGeom prst="blockArc">
                <a:avLst>
                  <a:gd name="adj1" fmla="val 1756726"/>
                  <a:gd name="adj2" fmla="val 19889488"/>
                  <a:gd name="adj3" fmla="val 2277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Round Same Side Corner Rectangle 51"/>
            <p:cNvSpPr/>
            <p:nvPr/>
          </p:nvSpPr>
          <p:spPr>
            <a:xfrm rot="5400000">
              <a:off x="6852922" y="1652530"/>
              <a:ext cx="396000" cy="2520000"/>
            </a:xfrm>
            <a:custGeom>
              <a:avLst/>
              <a:gdLst/>
              <a:ahLst/>
              <a:cxnLst/>
              <a:rect l="l" t="t" r="r" b="b"/>
              <a:pathLst>
                <a:path w="468002" h="2500353">
                  <a:moveTo>
                    <a:pt x="0" y="2500353"/>
                  </a:moveTo>
                  <a:lnTo>
                    <a:pt x="0" y="234001"/>
                  </a:lnTo>
                  <a:cubicBezTo>
                    <a:pt x="0" y="104766"/>
                    <a:pt x="104766" y="0"/>
                    <a:pt x="234001" y="0"/>
                  </a:cubicBezTo>
                  <a:cubicBezTo>
                    <a:pt x="363236" y="0"/>
                    <a:pt x="468002" y="104766"/>
                    <a:pt x="468002" y="234001"/>
                  </a:cubicBezTo>
                  <a:cubicBezTo>
                    <a:pt x="468002" y="989452"/>
                    <a:pt x="468001" y="1744902"/>
                    <a:pt x="468001" y="2500353"/>
                  </a:cubicBezTo>
                  <a:lnTo>
                    <a:pt x="467594" y="2500353"/>
                  </a:lnTo>
                  <a:cubicBezTo>
                    <a:pt x="429063" y="2409421"/>
                    <a:pt x="338980" y="2345641"/>
                    <a:pt x="234000" y="2345641"/>
                  </a:cubicBezTo>
                  <a:cubicBezTo>
                    <a:pt x="129020" y="2345641"/>
                    <a:pt x="38938" y="2409421"/>
                    <a:pt x="406" y="2500353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dirty="0"/>
                <a:t>D</a:t>
              </a:r>
              <a:endParaRPr lang="ko-KR" altLang="en-US" dirty="0"/>
            </a:p>
          </p:txBody>
        </p:sp>
        <p:sp>
          <p:nvSpPr>
            <p:cNvPr id="14" name="Round Same Side Corner Rectangle 51"/>
            <p:cNvSpPr/>
            <p:nvPr/>
          </p:nvSpPr>
          <p:spPr>
            <a:xfrm rot="16200000">
              <a:off x="6852922" y="2167123"/>
              <a:ext cx="396000" cy="2520000"/>
            </a:xfrm>
            <a:custGeom>
              <a:avLst/>
              <a:gdLst/>
              <a:ahLst/>
              <a:cxnLst/>
              <a:rect l="l" t="t" r="r" b="b"/>
              <a:pathLst>
                <a:path w="468002" h="2500353">
                  <a:moveTo>
                    <a:pt x="0" y="2500353"/>
                  </a:moveTo>
                  <a:lnTo>
                    <a:pt x="0" y="234001"/>
                  </a:lnTo>
                  <a:cubicBezTo>
                    <a:pt x="0" y="104766"/>
                    <a:pt x="104766" y="0"/>
                    <a:pt x="234001" y="0"/>
                  </a:cubicBezTo>
                  <a:cubicBezTo>
                    <a:pt x="363236" y="0"/>
                    <a:pt x="468002" y="104766"/>
                    <a:pt x="468002" y="234001"/>
                  </a:cubicBezTo>
                  <a:cubicBezTo>
                    <a:pt x="468002" y="989452"/>
                    <a:pt x="468001" y="1744902"/>
                    <a:pt x="468001" y="2500353"/>
                  </a:cubicBezTo>
                  <a:lnTo>
                    <a:pt x="467594" y="2500353"/>
                  </a:lnTo>
                  <a:cubicBezTo>
                    <a:pt x="429063" y="2409421"/>
                    <a:pt x="338980" y="2345641"/>
                    <a:pt x="234000" y="2345641"/>
                  </a:cubicBezTo>
                  <a:cubicBezTo>
                    <a:pt x="129020" y="2345641"/>
                    <a:pt x="38938" y="2409421"/>
                    <a:pt x="406" y="2500353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dirty="0"/>
                <a:t>D</a:t>
              </a:r>
              <a:endParaRPr lang="ko-KR" altLang="en-US" dirty="0"/>
            </a:p>
          </p:txBody>
        </p:sp>
      </p:grp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828381" y="3730051"/>
            <a:ext cx="5472608" cy="540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5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828381" y="4279619"/>
            <a:ext cx="5472608" cy="252000"/>
          </a:xfrm>
          <a:prstGeom prst="rect">
            <a:avLst/>
          </a:prstGeom>
        </p:spPr>
        <p:txBody>
          <a:bodyPr lIns="108000" anchor="ctr"/>
          <a:lstStyle>
            <a:lvl1pPr marL="0" indent="0" algn="ctr"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This text can be replaced with your own 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8155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755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31">
            <a:extLst>
              <a:ext uri="{FF2B5EF4-FFF2-40B4-BE49-F238E27FC236}">
                <a16:creationId xmlns:a16="http://schemas.microsoft.com/office/drawing/2014/main" id="{27EE9740-0123-4869-BA43-7DD9426DE4D1}"/>
              </a:ext>
            </a:extLst>
          </p:cNvPr>
          <p:cNvGrpSpPr/>
          <p:nvPr userDrawn="1"/>
        </p:nvGrpSpPr>
        <p:grpSpPr>
          <a:xfrm>
            <a:off x="8007323" y="3939702"/>
            <a:ext cx="1029173" cy="1086422"/>
            <a:chOff x="787805" y="339502"/>
            <a:chExt cx="4175262" cy="4407517"/>
          </a:xfrm>
        </p:grpSpPr>
        <p:sp>
          <p:nvSpPr>
            <p:cNvPr id="6" name="Oval 132">
              <a:extLst>
                <a:ext uri="{FF2B5EF4-FFF2-40B4-BE49-F238E27FC236}">
                  <a16:creationId xmlns:a16="http://schemas.microsoft.com/office/drawing/2014/main" id="{447CDFBA-A030-4D6E-9FAD-493BCB45F4AC}"/>
                </a:ext>
              </a:extLst>
            </p:cNvPr>
            <p:cNvSpPr/>
            <p:nvPr/>
          </p:nvSpPr>
          <p:spPr>
            <a:xfrm>
              <a:off x="787805" y="339502"/>
              <a:ext cx="4175262" cy="417526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grpSp>
          <p:nvGrpSpPr>
            <p:cNvPr id="7" name="Group 133">
              <a:extLst>
                <a:ext uri="{FF2B5EF4-FFF2-40B4-BE49-F238E27FC236}">
                  <a16:creationId xmlns:a16="http://schemas.microsoft.com/office/drawing/2014/main" id="{702A2EA0-731F-4C9E-8163-4C2B0E0CA697}"/>
                </a:ext>
              </a:extLst>
            </p:cNvPr>
            <p:cNvGrpSpPr/>
            <p:nvPr/>
          </p:nvGrpSpPr>
          <p:grpSpPr>
            <a:xfrm>
              <a:off x="1129436" y="1046675"/>
              <a:ext cx="3492000" cy="3700344"/>
              <a:chOff x="5304922" y="1037184"/>
              <a:chExt cx="3492000" cy="3700344"/>
            </a:xfrm>
          </p:grpSpPr>
          <p:grpSp>
            <p:nvGrpSpPr>
              <p:cNvPr id="9" name="Group 134">
                <a:extLst>
                  <a:ext uri="{FF2B5EF4-FFF2-40B4-BE49-F238E27FC236}">
                    <a16:creationId xmlns:a16="http://schemas.microsoft.com/office/drawing/2014/main" id="{2C176EB5-F96E-4F35-853D-6EF47F79EDBD}"/>
                  </a:ext>
                </a:extLst>
              </p:cNvPr>
              <p:cNvGrpSpPr/>
              <p:nvPr/>
            </p:nvGrpSpPr>
            <p:grpSpPr>
              <a:xfrm>
                <a:off x="5304922" y="3743716"/>
                <a:ext cx="3492000" cy="437610"/>
                <a:chOff x="1709238" y="4209096"/>
                <a:chExt cx="3492000" cy="437610"/>
              </a:xfrm>
            </p:grpSpPr>
            <p:sp>
              <p:nvSpPr>
                <p:cNvPr id="35" name="Rectangle 160">
                  <a:extLst>
                    <a:ext uri="{FF2B5EF4-FFF2-40B4-BE49-F238E27FC236}">
                      <a16:creationId xmlns:a16="http://schemas.microsoft.com/office/drawing/2014/main" id="{A088076B-D1E6-42F3-8822-2B0C0C2EF717}"/>
                    </a:ext>
                  </a:extLst>
                </p:cNvPr>
                <p:cNvSpPr/>
                <p:nvPr/>
              </p:nvSpPr>
              <p:spPr>
                <a:xfrm>
                  <a:off x="1709238" y="4214706"/>
                  <a:ext cx="3492000" cy="432000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36" name="Group 161">
                  <a:extLst>
                    <a:ext uri="{FF2B5EF4-FFF2-40B4-BE49-F238E27FC236}">
                      <a16:creationId xmlns:a16="http://schemas.microsoft.com/office/drawing/2014/main" id="{5E605DFA-9839-43EB-A35A-47428FC7B705}"/>
                    </a:ext>
                  </a:extLst>
                </p:cNvPr>
                <p:cNvGrpSpPr/>
                <p:nvPr/>
              </p:nvGrpSpPr>
              <p:grpSpPr>
                <a:xfrm>
                  <a:off x="2078720" y="4209096"/>
                  <a:ext cx="469833" cy="432000"/>
                  <a:chOff x="2078720" y="4209096"/>
                  <a:chExt cx="469833" cy="432000"/>
                </a:xfrm>
              </p:grpSpPr>
              <p:sp>
                <p:nvSpPr>
                  <p:cNvPr id="44" name="Rectangle 169">
                    <a:extLst>
                      <a:ext uri="{FF2B5EF4-FFF2-40B4-BE49-F238E27FC236}">
                        <a16:creationId xmlns:a16="http://schemas.microsoft.com/office/drawing/2014/main" id="{B5FFB653-9F76-4A65-A49D-9F2C85A198AB}"/>
                      </a:ext>
                    </a:extLst>
                  </p:cNvPr>
                  <p:cNvSpPr/>
                  <p:nvPr/>
                </p:nvSpPr>
                <p:spPr>
                  <a:xfrm>
                    <a:off x="2078720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5" name="Rectangle 170">
                    <a:extLst>
                      <a:ext uri="{FF2B5EF4-FFF2-40B4-BE49-F238E27FC236}">
                        <a16:creationId xmlns:a16="http://schemas.microsoft.com/office/drawing/2014/main" id="{BCC13D2D-CB21-4D8F-B306-116668EB554E}"/>
                      </a:ext>
                    </a:extLst>
                  </p:cNvPr>
                  <p:cNvSpPr/>
                  <p:nvPr/>
                </p:nvSpPr>
                <p:spPr>
                  <a:xfrm>
                    <a:off x="2217331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6" name="Rectangle 171">
                    <a:extLst>
                      <a:ext uri="{FF2B5EF4-FFF2-40B4-BE49-F238E27FC236}">
                        <a16:creationId xmlns:a16="http://schemas.microsoft.com/office/drawing/2014/main" id="{4B4EC037-AC2B-4929-B36A-C295F594A5F3}"/>
                      </a:ext>
                    </a:extLst>
                  </p:cNvPr>
                  <p:cNvSpPr/>
                  <p:nvPr/>
                </p:nvSpPr>
                <p:spPr>
                  <a:xfrm>
                    <a:off x="2355942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7" name="Rectangle 172">
                    <a:extLst>
                      <a:ext uri="{FF2B5EF4-FFF2-40B4-BE49-F238E27FC236}">
                        <a16:creationId xmlns:a16="http://schemas.microsoft.com/office/drawing/2014/main" id="{0A91E61B-6974-4AE2-B59E-A95CC1A47D2C}"/>
                      </a:ext>
                    </a:extLst>
                  </p:cNvPr>
                  <p:cNvSpPr/>
                  <p:nvPr/>
                </p:nvSpPr>
                <p:spPr>
                  <a:xfrm>
                    <a:off x="2494553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37" name="Group 162">
                  <a:extLst>
                    <a:ext uri="{FF2B5EF4-FFF2-40B4-BE49-F238E27FC236}">
                      <a16:creationId xmlns:a16="http://schemas.microsoft.com/office/drawing/2014/main" id="{27F7EB12-F708-4209-A61D-2512C24393D2}"/>
                    </a:ext>
                  </a:extLst>
                </p:cNvPr>
                <p:cNvGrpSpPr/>
                <p:nvPr/>
              </p:nvGrpSpPr>
              <p:grpSpPr>
                <a:xfrm>
                  <a:off x="4098293" y="4384000"/>
                  <a:ext cx="900965" cy="82800"/>
                  <a:chOff x="4098293" y="4384000"/>
                  <a:chExt cx="900965" cy="82800"/>
                </a:xfrm>
              </p:grpSpPr>
              <p:sp>
                <p:nvSpPr>
                  <p:cNvPr id="38" name="Rectangle 163">
                    <a:extLst>
                      <a:ext uri="{FF2B5EF4-FFF2-40B4-BE49-F238E27FC236}">
                        <a16:creationId xmlns:a16="http://schemas.microsoft.com/office/drawing/2014/main" id="{C1C94283-5648-4D39-A6BA-94038C5B4847}"/>
                      </a:ext>
                    </a:extLst>
                  </p:cNvPr>
                  <p:cNvSpPr/>
                  <p:nvPr/>
                </p:nvSpPr>
                <p:spPr>
                  <a:xfrm>
                    <a:off x="4098293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9" name="Rectangle 164">
                    <a:extLst>
                      <a:ext uri="{FF2B5EF4-FFF2-40B4-BE49-F238E27FC236}">
                        <a16:creationId xmlns:a16="http://schemas.microsoft.com/office/drawing/2014/main" id="{186C071A-034E-41D6-B2D4-5F90DD2C7357}"/>
                      </a:ext>
                    </a:extLst>
                  </p:cNvPr>
                  <p:cNvSpPr/>
                  <p:nvPr/>
                </p:nvSpPr>
                <p:spPr>
                  <a:xfrm>
                    <a:off x="4260486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0" name="Rectangle 165">
                    <a:extLst>
                      <a:ext uri="{FF2B5EF4-FFF2-40B4-BE49-F238E27FC236}">
                        <a16:creationId xmlns:a16="http://schemas.microsoft.com/office/drawing/2014/main" id="{9D26C39B-8B97-4ECF-B6DD-B85BA0645422}"/>
                      </a:ext>
                    </a:extLst>
                  </p:cNvPr>
                  <p:cNvSpPr/>
                  <p:nvPr/>
                </p:nvSpPr>
                <p:spPr>
                  <a:xfrm>
                    <a:off x="4422679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1" name="Rectangle 166">
                    <a:extLst>
                      <a:ext uri="{FF2B5EF4-FFF2-40B4-BE49-F238E27FC236}">
                        <a16:creationId xmlns:a16="http://schemas.microsoft.com/office/drawing/2014/main" id="{ECD584BD-CBEA-4A0C-AB8E-F908D8D2F3CF}"/>
                      </a:ext>
                    </a:extLst>
                  </p:cNvPr>
                  <p:cNvSpPr/>
                  <p:nvPr/>
                </p:nvSpPr>
                <p:spPr>
                  <a:xfrm>
                    <a:off x="4584872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2" name="Rectangle 167">
                    <a:extLst>
                      <a:ext uri="{FF2B5EF4-FFF2-40B4-BE49-F238E27FC236}">
                        <a16:creationId xmlns:a16="http://schemas.microsoft.com/office/drawing/2014/main" id="{C5728277-DF1F-49FA-A188-97A3A7E9BCA7}"/>
                      </a:ext>
                    </a:extLst>
                  </p:cNvPr>
                  <p:cNvSpPr/>
                  <p:nvPr/>
                </p:nvSpPr>
                <p:spPr>
                  <a:xfrm>
                    <a:off x="4747065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3" name="Rectangle 168">
                    <a:extLst>
                      <a:ext uri="{FF2B5EF4-FFF2-40B4-BE49-F238E27FC236}">
                        <a16:creationId xmlns:a16="http://schemas.microsoft.com/office/drawing/2014/main" id="{F2CC3C6B-2E47-4B4F-B1F5-22F379354563}"/>
                      </a:ext>
                    </a:extLst>
                  </p:cNvPr>
                  <p:cNvSpPr/>
                  <p:nvPr/>
                </p:nvSpPr>
                <p:spPr>
                  <a:xfrm>
                    <a:off x="4909258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0" name="Group 135">
                <a:extLst>
                  <a:ext uri="{FF2B5EF4-FFF2-40B4-BE49-F238E27FC236}">
                    <a16:creationId xmlns:a16="http://schemas.microsoft.com/office/drawing/2014/main" id="{16966161-F969-48CE-9CA1-49DE5D84207F}"/>
                  </a:ext>
                </a:extLst>
              </p:cNvPr>
              <p:cNvGrpSpPr/>
              <p:nvPr/>
            </p:nvGrpSpPr>
            <p:grpSpPr>
              <a:xfrm flipH="1">
                <a:off x="5304922" y="4299918"/>
                <a:ext cx="3492000" cy="437610"/>
                <a:chOff x="1709238" y="4209096"/>
                <a:chExt cx="3492000" cy="437610"/>
              </a:xfrm>
            </p:grpSpPr>
            <p:sp>
              <p:nvSpPr>
                <p:cNvPr id="22" name="Rectangle 147">
                  <a:extLst>
                    <a:ext uri="{FF2B5EF4-FFF2-40B4-BE49-F238E27FC236}">
                      <a16:creationId xmlns:a16="http://schemas.microsoft.com/office/drawing/2014/main" id="{93B56050-6CF1-421F-BE2B-ACE4BF647094}"/>
                    </a:ext>
                  </a:extLst>
                </p:cNvPr>
                <p:cNvSpPr/>
                <p:nvPr/>
              </p:nvSpPr>
              <p:spPr>
                <a:xfrm>
                  <a:off x="1709238" y="4214706"/>
                  <a:ext cx="3492000" cy="432000"/>
                </a:xfrm>
                <a:prstGeom prst="rect">
                  <a:avLst/>
                </a:prstGeom>
                <a:solidFill>
                  <a:schemeClr val="accent2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23" name="Group 148">
                  <a:extLst>
                    <a:ext uri="{FF2B5EF4-FFF2-40B4-BE49-F238E27FC236}">
                      <a16:creationId xmlns:a16="http://schemas.microsoft.com/office/drawing/2014/main" id="{705F14FC-E5A6-4568-ACDF-1D3FE0C299AF}"/>
                    </a:ext>
                  </a:extLst>
                </p:cNvPr>
                <p:cNvGrpSpPr/>
                <p:nvPr/>
              </p:nvGrpSpPr>
              <p:grpSpPr>
                <a:xfrm>
                  <a:off x="2078720" y="4209096"/>
                  <a:ext cx="469833" cy="432000"/>
                  <a:chOff x="2078720" y="4209096"/>
                  <a:chExt cx="469833" cy="432000"/>
                </a:xfrm>
              </p:grpSpPr>
              <p:sp>
                <p:nvSpPr>
                  <p:cNvPr id="31" name="Rectangle 156">
                    <a:extLst>
                      <a:ext uri="{FF2B5EF4-FFF2-40B4-BE49-F238E27FC236}">
                        <a16:creationId xmlns:a16="http://schemas.microsoft.com/office/drawing/2014/main" id="{C1C67428-84B3-47F6-B572-1DDAD72482EA}"/>
                      </a:ext>
                    </a:extLst>
                  </p:cNvPr>
                  <p:cNvSpPr/>
                  <p:nvPr/>
                </p:nvSpPr>
                <p:spPr>
                  <a:xfrm>
                    <a:off x="2078720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2" name="Rectangle 157">
                    <a:extLst>
                      <a:ext uri="{FF2B5EF4-FFF2-40B4-BE49-F238E27FC236}">
                        <a16:creationId xmlns:a16="http://schemas.microsoft.com/office/drawing/2014/main" id="{4D291A85-90BC-40C4-82C8-995D19DA7B57}"/>
                      </a:ext>
                    </a:extLst>
                  </p:cNvPr>
                  <p:cNvSpPr/>
                  <p:nvPr/>
                </p:nvSpPr>
                <p:spPr>
                  <a:xfrm>
                    <a:off x="2217331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3" name="Rectangle 158">
                    <a:extLst>
                      <a:ext uri="{FF2B5EF4-FFF2-40B4-BE49-F238E27FC236}">
                        <a16:creationId xmlns:a16="http://schemas.microsoft.com/office/drawing/2014/main" id="{1208F1BF-C308-4341-9331-371D54887A35}"/>
                      </a:ext>
                    </a:extLst>
                  </p:cNvPr>
                  <p:cNvSpPr/>
                  <p:nvPr/>
                </p:nvSpPr>
                <p:spPr>
                  <a:xfrm>
                    <a:off x="2355942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4" name="Rectangle 159">
                    <a:extLst>
                      <a:ext uri="{FF2B5EF4-FFF2-40B4-BE49-F238E27FC236}">
                        <a16:creationId xmlns:a16="http://schemas.microsoft.com/office/drawing/2014/main" id="{79574260-10CF-4B47-BE94-064E3817BFD5}"/>
                      </a:ext>
                    </a:extLst>
                  </p:cNvPr>
                  <p:cNvSpPr/>
                  <p:nvPr/>
                </p:nvSpPr>
                <p:spPr>
                  <a:xfrm>
                    <a:off x="2494553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24" name="Group 149">
                  <a:extLst>
                    <a:ext uri="{FF2B5EF4-FFF2-40B4-BE49-F238E27FC236}">
                      <a16:creationId xmlns:a16="http://schemas.microsoft.com/office/drawing/2014/main" id="{29B59D79-C5D1-4C8A-A153-2896A45EC8E8}"/>
                    </a:ext>
                  </a:extLst>
                </p:cNvPr>
                <p:cNvGrpSpPr/>
                <p:nvPr/>
              </p:nvGrpSpPr>
              <p:grpSpPr>
                <a:xfrm>
                  <a:off x="4098293" y="4384000"/>
                  <a:ext cx="900965" cy="82800"/>
                  <a:chOff x="4098293" y="4384000"/>
                  <a:chExt cx="900965" cy="82800"/>
                </a:xfrm>
              </p:grpSpPr>
              <p:sp>
                <p:nvSpPr>
                  <p:cNvPr id="25" name="Rectangle 150">
                    <a:extLst>
                      <a:ext uri="{FF2B5EF4-FFF2-40B4-BE49-F238E27FC236}">
                        <a16:creationId xmlns:a16="http://schemas.microsoft.com/office/drawing/2014/main" id="{8DA58CED-B891-4D70-BF4E-F7C6E3CDEB7D}"/>
                      </a:ext>
                    </a:extLst>
                  </p:cNvPr>
                  <p:cNvSpPr/>
                  <p:nvPr/>
                </p:nvSpPr>
                <p:spPr>
                  <a:xfrm>
                    <a:off x="4098293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6" name="Rectangle 151">
                    <a:extLst>
                      <a:ext uri="{FF2B5EF4-FFF2-40B4-BE49-F238E27FC236}">
                        <a16:creationId xmlns:a16="http://schemas.microsoft.com/office/drawing/2014/main" id="{D5615C41-5541-4FE5-BB94-F395569E4B52}"/>
                      </a:ext>
                    </a:extLst>
                  </p:cNvPr>
                  <p:cNvSpPr/>
                  <p:nvPr/>
                </p:nvSpPr>
                <p:spPr>
                  <a:xfrm>
                    <a:off x="4260486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7" name="Rectangle 152">
                    <a:extLst>
                      <a:ext uri="{FF2B5EF4-FFF2-40B4-BE49-F238E27FC236}">
                        <a16:creationId xmlns:a16="http://schemas.microsoft.com/office/drawing/2014/main" id="{AD243482-CED3-434C-8308-51F8E10B9F44}"/>
                      </a:ext>
                    </a:extLst>
                  </p:cNvPr>
                  <p:cNvSpPr/>
                  <p:nvPr/>
                </p:nvSpPr>
                <p:spPr>
                  <a:xfrm>
                    <a:off x="4422679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8" name="Rectangle 153">
                    <a:extLst>
                      <a:ext uri="{FF2B5EF4-FFF2-40B4-BE49-F238E27FC236}">
                        <a16:creationId xmlns:a16="http://schemas.microsoft.com/office/drawing/2014/main" id="{CBEE918D-9CFE-4074-B060-80787DAC7404}"/>
                      </a:ext>
                    </a:extLst>
                  </p:cNvPr>
                  <p:cNvSpPr/>
                  <p:nvPr/>
                </p:nvSpPr>
                <p:spPr>
                  <a:xfrm>
                    <a:off x="4584872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9" name="Rectangle 154">
                    <a:extLst>
                      <a:ext uri="{FF2B5EF4-FFF2-40B4-BE49-F238E27FC236}">
                        <a16:creationId xmlns:a16="http://schemas.microsoft.com/office/drawing/2014/main" id="{33E58DA4-9445-42D6-8698-D553D440C13E}"/>
                      </a:ext>
                    </a:extLst>
                  </p:cNvPr>
                  <p:cNvSpPr/>
                  <p:nvPr/>
                </p:nvSpPr>
                <p:spPr>
                  <a:xfrm>
                    <a:off x="4747065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0" name="Rectangle 155">
                    <a:extLst>
                      <a:ext uri="{FF2B5EF4-FFF2-40B4-BE49-F238E27FC236}">
                        <a16:creationId xmlns:a16="http://schemas.microsoft.com/office/drawing/2014/main" id="{B635869A-C811-406D-B73E-F2BEA6835DBE}"/>
                      </a:ext>
                    </a:extLst>
                  </p:cNvPr>
                  <p:cNvSpPr/>
                  <p:nvPr/>
                </p:nvSpPr>
                <p:spPr>
                  <a:xfrm>
                    <a:off x="4909258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1" name="Group 136">
                <a:extLst>
                  <a:ext uri="{FF2B5EF4-FFF2-40B4-BE49-F238E27FC236}">
                    <a16:creationId xmlns:a16="http://schemas.microsoft.com/office/drawing/2014/main" id="{0C91AD8C-42DA-4BAD-A05B-813F8FF5805B}"/>
                  </a:ext>
                </a:extLst>
              </p:cNvPr>
              <p:cNvGrpSpPr/>
              <p:nvPr/>
            </p:nvGrpSpPr>
            <p:grpSpPr>
              <a:xfrm>
                <a:off x="6272654" y="1875857"/>
                <a:ext cx="720080" cy="720080"/>
                <a:chOff x="6272654" y="1875857"/>
                <a:chExt cx="720080" cy="720080"/>
              </a:xfrm>
            </p:grpSpPr>
            <p:sp>
              <p:nvSpPr>
                <p:cNvPr id="20" name="Rectangle 145">
                  <a:extLst>
                    <a:ext uri="{FF2B5EF4-FFF2-40B4-BE49-F238E27FC236}">
                      <a16:creationId xmlns:a16="http://schemas.microsoft.com/office/drawing/2014/main" id="{1B068CA3-3CBF-464B-BA38-86D999AC9E43}"/>
                    </a:ext>
                  </a:extLst>
                </p:cNvPr>
                <p:cNvSpPr/>
                <p:nvPr/>
              </p:nvSpPr>
              <p:spPr>
                <a:xfrm>
                  <a:off x="6272654" y="1875857"/>
                  <a:ext cx="720080" cy="720080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" name="Parallelogram 5">
                  <a:extLst>
                    <a:ext uri="{FF2B5EF4-FFF2-40B4-BE49-F238E27FC236}">
                      <a16:creationId xmlns:a16="http://schemas.microsoft.com/office/drawing/2014/main" id="{B1D31BB0-1630-4739-914C-C145F309A5A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391715" y="1978487"/>
                  <a:ext cx="481958" cy="481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270" h="868857">
                      <a:moveTo>
                        <a:pt x="424135" y="189887"/>
                      </a:moveTo>
                      <a:lnTo>
                        <a:pt x="297766" y="526729"/>
                      </a:lnTo>
                      <a:lnTo>
                        <a:pt x="550505" y="526729"/>
                      </a:lnTo>
                      <a:close/>
                      <a:moveTo>
                        <a:pt x="325960" y="0"/>
                      </a:moveTo>
                      <a:lnTo>
                        <a:pt x="352897" y="0"/>
                      </a:lnTo>
                      <a:lnTo>
                        <a:pt x="495373" y="0"/>
                      </a:lnTo>
                      <a:lnTo>
                        <a:pt x="522310" y="0"/>
                      </a:lnTo>
                      <a:lnTo>
                        <a:pt x="848270" y="868857"/>
                      </a:lnTo>
                      <a:lnTo>
                        <a:pt x="678857" y="868857"/>
                      </a:lnTo>
                      <a:lnTo>
                        <a:pt x="604960" y="671883"/>
                      </a:lnTo>
                      <a:lnTo>
                        <a:pt x="243310" y="671883"/>
                      </a:lnTo>
                      <a:lnTo>
                        <a:pt x="169413" y="868857"/>
                      </a:lnTo>
                      <a:lnTo>
                        <a:pt x="0" y="868857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2" name="Group 137">
                <a:extLst>
                  <a:ext uri="{FF2B5EF4-FFF2-40B4-BE49-F238E27FC236}">
                    <a16:creationId xmlns:a16="http://schemas.microsoft.com/office/drawing/2014/main" id="{15C18143-14BB-4C58-A20B-7318D344E22E}"/>
                  </a:ext>
                </a:extLst>
              </p:cNvPr>
              <p:cNvGrpSpPr/>
              <p:nvPr/>
            </p:nvGrpSpPr>
            <p:grpSpPr>
              <a:xfrm>
                <a:off x="7109110" y="1875857"/>
                <a:ext cx="720080" cy="720080"/>
                <a:chOff x="7109110" y="1875857"/>
                <a:chExt cx="720080" cy="720080"/>
              </a:xfrm>
            </p:grpSpPr>
            <p:sp>
              <p:nvSpPr>
                <p:cNvPr id="18" name="Rectangle 143">
                  <a:extLst>
                    <a:ext uri="{FF2B5EF4-FFF2-40B4-BE49-F238E27FC236}">
                      <a16:creationId xmlns:a16="http://schemas.microsoft.com/office/drawing/2014/main" id="{E954313C-2870-4B5A-B18A-5C692BEC6D8C}"/>
                    </a:ext>
                  </a:extLst>
                </p:cNvPr>
                <p:cNvSpPr/>
                <p:nvPr/>
              </p:nvSpPr>
              <p:spPr>
                <a:xfrm>
                  <a:off x="7109110" y="1875857"/>
                  <a:ext cx="720080" cy="720080"/>
                </a:xfrm>
                <a:prstGeom prst="rect">
                  <a:avLst/>
                </a:prstGeom>
                <a:solidFill>
                  <a:schemeClr val="accent2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" name="Rectangle 9">
                  <a:extLst>
                    <a:ext uri="{FF2B5EF4-FFF2-40B4-BE49-F238E27FC236}">
                      <a16:creationId xmlns:a16="http://schemas.microsoft.com/office/drawing/2014/main" id="{4763907E-8A97-41E2-93BA-2E0B967D4EC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267746" y="1994945"/>
                  <a:ext cx="402809" cy="481904"/>
                </a:xfrm>
                <a:custGeom>
                  <a:avLst/>
                  <a:gdLst>
                    <a:gd name="connsiteX0" fmla="*/ 174101 w 728932"/>
                    <a:gd name="connsiteY0" fmla="*/ 488630 h 872065"/>
                    <a:gd name="connsiteX1" fmla="*/ 174101 w 728932"/>
                    <a:gd name="connsiteY1" fmla="*/ 728663 h 872065"/>
                    <a:gd name="connsiteX2" fmla="*/ 442406 w 728932"/>
                    <a:gd name="connsiteY2" fmla="*/ 728663 h 872065"/>
                    <a:gd name="connsiteX3" fmla="*/ 547956 w 728932"/>
                    <a:gd name="connsiteY3" fmla="*/ 612454 h 872065"/>
                    <a:gd name="connsiteX4" fmla="*/ 431276 w 728932"/>
                    <a:gd name="connsiteY4" fmla="*/ 493391 h 872065"/>
                    <a:gd name="connsiteX5" fmla="*/ 431276 w 728932"/>
                    <a:gd name="connsiteY5" fmla="*/ 488630 h 872065"/>
                    <a:gd name="connsiteX6" fmla="*/ 174101 w 728932"/>
                    <a:gd name="connsiteY6" fmla="*/ 488630 h 872065"/>
                    <a:gd name="connsiteX7" fmla="*/ 174101 w 728932"/>
                    <a:gd name="connsiteY7" fmla="*/ 140965 h 872065"/>
                    <a:gd name="connsiteX8" fmla="*/ 174101 w 728932"/>
                    <a:gd name="connsiteY8" fmla="*/ 347665 h 872065"/>
                    <a:gd name="connsiteX9" fmla="*/ 431276 w 728932"/>
                    <a:gd name="connsiteY9" fmla="*/ 347665 h 872065"/>
                    <a:gd name="connsiteX10" fmla="*/ 431276 w 728932"/>
                    <a:gd name="connsiteY10" fmla="*/ 345754 h 872065"/>
                    <a:gd name="connsiteX11" fmla="*/ 517000 w 728932"/>
                    <a:gd name="connsiteY11" fmla="*/ 243359 h 872065"/>
                    <a:gd name="connsiteX12" fmla="*/ 433656 w 728932"/>
                    <a:gd name="connsiteY12" fmla="*/ 148109 h 872065"/>
                    <a:gd name="connsiteX13" fmla="*/ 174101 w 728932"/>
                    <a:gd name="connsiteY13" fmla="*/ 140965 h 872065"/>
                    <a:gd name="connsiteX14" fmla="*/ 0 w 728932"/>
                    <a:gd name="connsiteY14" fmla="*/ 0 h 872065"/>
                    <a:gd name="connsiteX15" fmla="*/ 127816 w 728932"/>
                    <a:gd name="connsiteY15" fmla="*/ 0 h 872065"/>
                    <a:gd name="connsiteX16" fmla="*/ 174101 w 728932"/>
                    <a:gd name="connsiteY16" fmla="*/ 0 h 872065"/>
                    <a:gd name="connsiteX17" fmla="*/ 447945 w 728932"/>
                    <a:gd name="connsiteY17" fmla="*/ 0 h 872065"/>
                    <a:gd name="connsiteX18" fmla="*/ 447945 w 728932"/>
                    <a:gd name="connsiteY18" fmla="*/ 1732 h 872065"/>
                    <a:gd name="connsiteX19" fmla="*/ 683688 w 728932"/>
                    <a:gd name="connsiteY19" fmla="*/ 179066 h 872065"/>
                    <a:gd name="connsiteX20" fmla="*/ 559863 w 728932"/>
                    <a:gd name="connsiteY20" fmla="*/ 407666 h 872065"/>
                    <a:gd name="connsiteX21" fmla="*/ 728932 w 728932"/>
                    <a:gd name="connsiteY21" fmla="*/ 633885 h 872065"/>
                    <a:gd name="connsiteX22" fmla="*/ 433657 w 728932"/>
                    <a:gd name="connsiteY22" fmla="*/ 872010 h 872065"/>
                    <a:gd name="connsiteX23" fmla="*/ 433776 w 728932"/>
                    <a:gd name="connsiteY23" fmla="*/ 869628 h 872065"/>
                    <a:gd name="connsiteX24" fmla="*/ 174101 w 728932"/>
                    <a:gd name="connsiteY24" fmla="*/ 869628 h 872065"/>
                    <a:gd name="connsiteX25" fmla="*/ 127816 w 728932"/>
                    <a:gd name="connsiteY25" fmla="*/ 869628 h 872065"/>
                    <a:gd name="connsiteX26" fmla="*/ 0 w 728932"/>
                    <a:gd name="connsiteY26" fmla="*/ 869628 h 872065"/>
                    <a:gd name="connsiteX27" fmla="*/ 0 w 728932"/>
                    <a:gd name="connsiteY27" fmla="*/ 0 h 872065"/>
                    <a:gd name="connsiteX0" fmla="*/ 174101 w 728932"/>
                    <a:gd name="connsiteY0" fmla="*/ 488630 h 872065"/>
                    <a:gd name="connsiteX1" fmla="*/ 174101 w 728932"/>
                    <a:gd name="connsiteY1" fmla="*/ 728663 h 872065"/>
                    <a:gd name="connsiteX2" fmla="*/ 442406 w 728932"/>
                    <a:gd name="connsiteY2" fmla="*/ 728663 h 872065"/>
                    <a:gd name="connsiteX3" fmla="*/ 547956 w 728932"/>
                    <a:gd name="connsiteY3" fmla="*/ 612454 h 872065"/>
                    <a:gd name="connsiteX4" fmla="*/ 431276 w 728932"/>
                    <a:gd name="connsiteY4" fmla="*/ 493391 h 872065"/>
                    <a:gd name="connsiteX5" fmla="*/ 431276 w 728932"/>
                    <a:gd name="connsiteY5" fmla="*/ 488630 h 872065"/>
                    <a:gd name="connsiteX6" fmla="*/ 174101 w 728932"/>
                    <a:gd name="connsiteY6" fmla="*/ 488630 h 872065"/>
                    <a:gd name="connsiteX7" fmla="*/ 174101 w 728932"/>
                    <a:gd name="connsiteY7" fmla="*/ 140965 h 872065"/>
                    <a:gd name="connsiteX8" fmla="*/ 174101 w 728932"/>
                    <a:gd name="connsiteY8" fmla="*/ 347665 h 872065"/>
                    <a:gd name="connsiteX9" fmla="*/ 431276 w 728932"/>
                    <a:gd name="connsiteY9" fmla="*/ 347665 h 872065"/>
                    <a:gd name="connsiteX10" fmla="*/ 431276 w 728932"/>
                    <a:gd name="connsiteY10" fmla="*/ 345754 h 872065"/>
                    <a:gd name="connsiteX11" fmla="*/ 517000 w 728932"/>
                    <a:gd name="connsiteY11" fmla="*/ 243359 h 872065"/>
                    <a:gd name="connsiteX12" fmla="*/ 433656 w 728932"/>
                    <a:gd name="connsiteY12" fmla="*/ 148109 h 872065"/>
                    <a:gd name="connsiteX13" fmla="*/ 174101 w 728932"/>
                    <a:gd name="connsiteY13" fmla="*/ 140965 h 872065"/>
                    <a:gd name="connsiteX14" fmla="*/ 0 w 728932"/>
                    <a:gd name="connsiteY14" fmla="*/ 0 h 872065"/>
                    <a:gd name="connsiteX15" fmla="*/ 127816 w 728932"/>
                    <a:gd name="connsiteY15" fmla="*/ 0 h 872065"/>
                    <a:gd name="connsiteX16" fmla="*/ 174101 w 728932"/>
                    <a:gd name="connsiteY16" fmla="*/ 0 h 872065"/>
                    <a:gd name="connsiteX17" fmla="*/ 447945 w 728932"/>
                    <a:gd name="connsiteY17" fmla="*/ 0 h 872065"/>
                    <a:gd name="connsiteX18" fmla="*/ 447945 w 728932"/>
                    <a:gd name="connsiteY18" fmla="*/ 1732 h 872065"/>
                    <a:gd name="connsiteX19" fmla="*/ 683688 w 728932"/>
                    <a:gd name="connsiteY19" fmla="*/ 179066 h 872065"/>
                    <a:gd name="connsiteX20" fmla="*/ 559863 w 728932"/>
                    <a:gd name="connsiteY20" fmla="*/ 407666 h 872065"/>
                    <a:gd name="connsiteX21" fmla="*/ 728932 w 728932"/>
                    <a:gd name="connsiteY21" fmla="*/ 633885 h 872065"/>
                    <a:gd name="connsiteX22" fmla="*/ 433657 w 728932"/>
                    <a:gd name="connsiteY22" fmla="*/ 872010 h 872065"/>
                    <a:gd name="connsiteX23" fmla="*/ 433776 w 728932"/>
                    <a:gd name="connsiteY23" fmla="*/ 869628 h 872065"/>
                    <a:gd name="connsiteX24" fmla="*/ 174101 w 728932"/>
                    <a:gd name="connsiteY24" fmla="*/ 869628 h 872065"/>
                    <a:gd name="connsiteX25" fmla="*/ 127816 w 728932"/>
                    <a:gd name="connsiteY25" fmla="*/ 869628 h 872065"/>
                    <a:gd name="connsiteX26" fmla="*/ 0 w 728932"/>
                    <a:gd name="connsiteY26" fmla="*/ 869628 h 872065"/>
                    <a:gd name="connsiteX27" fmla="*/ 0 w 728932"/>
                    <a:gd name="connsiteY27" fmla="*/ 0 h 872065"/>
                    <a:gd name="connsiteX0" fmla="*/ 174101 w 728932"/>
                    <a:gd name="connsiteY0" fmla="*/ 488630 h 872065"/>
                    <a:gd name="connsiteX1" fmla="*/ 174101 w 728932"/>
                    <a:gd name="connsiteY1" fmla="*/ 728663 h 872065"/>
                    <a:gd name="connsiteX2" fmla="*/ 442406 w 728932"/>
                    <a:gd name="connsiteY2" fmla="*/ 728663 h 872065"/>
                    <a:gd name="connsiteX3" fmla="*/ 547956 w 728932"/>
                    <a:gd name="connsiteY3" fmla="*/ 612454 h 872065"/>
                    <a:gd name="connsiteX4" fmla="*/ 431276 w 728932"/>
                    <a:gd name="connsiteY4" fmla="*/ 493391 h 872065"/>
                    <a:gd name="connsiteX5" fmla="*/ 431276 w 728932"/>
                    <a:gd name="connsiteY5" fmla="*/ 488630 h 872065"/>
                    <a:gd name="connsiteX6" fmla="*/ 174101 w 728932"/>
                    <a:gd name="connsiteY6" fmla="*/ 488630 h 872065"/>
                    <a:gd name="connsiteX7" fmla="*/ 174101 w 728932"/>
                    <a:gd name="connsiteY7" fmla="*/ 140965 h 872065"/>
                    <a:gd name="connsiteX8" fmla="*/ 174101 w 728932"/>
                    <a:gd name="connsiteY8" fmla="*/ 347665 h 872065"/>
                    <a:gd name="connsiteX9" fmla="*/ 431276 w 728932"/>
                    <a:gd name="connsiteY9" fmla="*/ 347665 h 872065"/>
                    <a:gd name="connsiteX10" fmla="*/ 431276 w 728932"/>
                    <a:gd name="connsiteY10" fmla="*/ 345754 h 872065"/>
                    <a:gd name="connsiteX11" fmla="*/ 517000 w 728932"/>
                    <a:gd name="connsiteY11" fmla="*/ 243359 h 872065"/>
                    <a:gd name="connsiteX12" fmla="*/ 433656 w 728932"/>
                    <a:gd name="connsiteY12" fmla="*/ 148109 h 872065"/>
                    <a:gd name="connsiteX13" fmla="*/ 174101 w 728932"/>
                    <a:gd name="connsiteY13" fmla="*/ 140965 h 872065"/>
                    <a:gd name="connsiteX14" fmla="*/ 0 w 728932"/>
                    <a:gd name="connsiteY14" fmla="*/ 0 h 872065"/>
                    <a:gd name="connsiteX15" fmla="*/ 127816 w 728932"/>
                    <a:gd name="connsiteY15" fmla="*/ 0 h 872065"/>
                    <a:gd name="connsiteX16" fmla="*/ 174101 w 728932"/>
                    <a:gd name="connsiteY16" fmla="*/ 0 h 872065"/>
                    <a:gd name="connsiteX17" fmla="*/ 447945 w 728932"/>
                    <a:gd name="connsiteY17" fmla="*/ 0 h 872065"/>
                    <a:gd name="connsiteX18" fmla="*/ 447945 w 728932"/>
                    <a:gd name="connsiteY18" fmla="*/ 1732 h 872065"/>
                    <a:gd name="connsiteX19" fmla="*/ 683688 w 728932"/>
                    <a:gd name="connsiteY19" fmla="*/ 179066 h 872065"/>
                    <a:gd name="connsiteX20" fmla="*/ 559863 w 728932"/>
                    <a:gd name="connsiteY20" fmla="*/ 407666 h 872065"/>
                    <a:gd name="connsiteX21" fmla="*/ 728932 w 728932"/>
                    <a:gd name="connsiteY21" fmla="*/ 633885 h 872065"/>
                    <a:gd name="connsiteX22" fmla="*/ 433657 w 728932"/>
                    <a:gd name="connsiteY22" fmla="*/ 872010 h 872065"/>
                    <a:gd name="connsiteX23" fmla="*/ 433776 w 728932"/>
                    <a:gd name="connsiteY23" fmla="*/ 869628 h 872065"/>
                    <a:gd name="connsiteX24" fmla="*/ 174101 w 728932"/>
                    <a:gd name="connsiteY24" fmla="*/ 869628 h 872065"/>
                    <a:gd name="connsiteX25" fmla="*/ 127816 w 728932"/>
                    <a:gd name="connsiteY25" fmla="*/ 869628 h 872065"/>
                    <a:gd name="connsiteX26" fmla="*/ 0 w 728932"/>
                    <a:gd name="connsiteY26" fmla="*/ 869628 h 872065"/>
                    <a:gd name="connsiteX27" fmla="*/ 0 w 728932"/>
                    <a:gd name="connsiteY27" fmla="*/ 0 h 872065"/>
                    <a:gd name="connsiteX0" fmla="*/ 174101 w 728932"/>
                    <a:gd name="connsiteY0" fmla="*/ 488630 h 872065"/>
                    <a:gd name="connsiteX1" fmla="*/ 174101 w 728932"/>
                    <a:gd name="connsiteY1" fmla="*/ 728663 h 872065"/>
                    <a:gd name="connsiteX2" fmla="*/ 442406 w 728932"/>
                    <a:gd name="connsiteY2" fmla="*/ 728663 h 872065"/>
                    <a:gd name="connsiteX3" fmla="*/ 547956 w 728932"/>
                    <a:gd name="connsiteY3" fmla="*/ 612454 h 872065"/>
                    <a:gd name="connsiteX4" fmla="*/ 431276 w 728932"/>
                    <a:gd name="connsiteY4" fmla="*/ 493391 h 872065"/>
                    <a:gd name="connsiteX5" fmla="*/ 174101 w 728932"/>
                    <a:gd name="connsiteY5" fmla="*/ 488630 h 872065"/>
                    <a:gd name="connsiteX6" fmla="*/ 174101 w 728932"/>
                    <a:gd name="connsiteY6" fmla="*/ 140965 h 872065"/>
                    <a:gd name="connsiteX7" fmla="*/ 174101 w 728932"/>
                    <a:gd name="connsiteY7" fmla="*/ 347665 h 872065"/>
                    <a:gd name="connsiteX8" fmla="*/ 431276 w 728932"/>
                    <a:gd name="connsiteY8" fmla="*/ 347665 h 872065"/>
                    <a:gd name="connsiteX9" fmla="*/ 431276 w 728932"/>
                    <a:gd name="connsiteY9" fmla="*/ 345754 h 872065"/>
                    <a:gd name="connsiteX10" fmla="*/ 517000 w 728932"/>
                    <a:gd name="connsiteY10" fmla="*/ 243359 h 872065"/>
                    <a:gd name="connsiteX11" fmla="*/ 433656 w 728932"/>
                    <a:gd name="connsiteY11" fmla="*/ 148109 h 872065"/>
                    <a:gd name="connsiteX12" fmla="*/ 174101 w 728932"/>
                    <a:gd name="connsiteY12" fmla="*/ 140965 h 872065"/>
                    <a:gd name="connsiteX13" fmla="*/ 0 w 728932"/>
                    <a:gd name="connsiteY13" fmla="*/ 0 h 872065"/>
                    <a:gd name="connsiteX14" fmla="*/ 127816 w 728932"/>
                    <a:gd name="connsiteY14" fmla="*/ 0 h 872065"/>
                    <a:gd name="connsiteX15" fmla="*/ 174101 w 728932"/>
                    <a:gd name="connsiteY15" fmla="*/ 0 h 872065"/>
                    <a:gd name="connsiteX16" fmla="*/ 447945 w 728932"/>
                    <a:gd name="connsiteY16" fmla="*/ 0 h 872065"/>
                    <a:gd name="connsiteX17" fmla="*/ 447945 w 728932"/>
                    <a:gd name="connsiteY17" fmla="*/ 1732 h 872065"/>
                    <a:gd name="connsiteX18" fmla="*/ 683688 w 728932"/>
                    <a:gd name="connsiteY18" fmla="*/ 179066 h 872065"/>
                    <a:gd name="connsiteX19" fmla="*/ 559863 w 728932"/>
                    <a:gd name="connsiteY19" fmla="*/ 407666 h 872065"/>
                    <a:gd name="connsiteX20" fmla="*/ 728932 w 728932"/>
                    <a:gd name="connsiteY20" fmla="*/ 633885 h 872065"/>
                    <a:gd name="connsiteX21" fmla="*/ 433657 w 728932"/>
                    <a:gd name="connsiteY21" fmla="*/ 872010 h 872065"/>
                    <a:gd name="connsiteX22" fmla="*/ 433776 w 728932"/>
                    <a:gd name="connsiteY22" fmla="*/ 869628 h 872065"/>
                    <a:gd name="connsiteX23" fmla="*/ 174101 w 728932"/>
                    <a:gd name="connsiteY23" fmla="*/ 869628 h 872065"/>
                    <a:gd name="connsiteX24" fmla="*/ 127816 w 728932"/>
                    <a:gd name="connsiteY24" fmla="*/ 869628 h 872065"/>
                    <a:gd name="connsiteX25" fmla="*/ 0 w 728932"/>
                    <a:gd name="connsiteY25" fmla="*/ 869628 h 872065"/>
                    <a:gd name="connsiteX26" fmla="*/ 0 w 728932"/>
                    <a:gd name="connsiteY26" fmla="*/ 0 h 8720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28932" h="872065">
                      <a:moveTo>
                        <a:pt x="174101" y="488630"/>
                      </a:moveTo>
                      <a:lnTo>
                        <a:pt x="174101" y="728663"/>
                      </a:lnTo>
                      <a:lnTo>
                        <a:pt x="442406" y="728663"/>
                      </a:lnTo>
                      <a:cubicBezTo>
                        <a:pt x="511257" y="715167"/>
                        <a:pt x="549532" y="684907"/>
                        <a:pt x="547956" y="612454"/>
                      </a:cubicBezTo>
                      <a:cubicBezTo>
                        <a:pt x="543194" y="552923"/>
                        <a:pt x="538432" y="510060"/>
                        <a:pt x="431276" y="493391"/>
                      </a:cubicBezTo>
                      <a:lnTo>
                        <a:pt x="174101" y="488630"/>
                      </a:lnTo>
                      <a:close/>
                      <a:moveTo>
                        <a:pt x="174101" y="140965"/>
                      </a:moveTo>
                      <a:lnTo>
                        <a:pt x="174101" y="347665"/>
                      </a:lnTo>
                      <a:lnTo>
                        <a:pt x="431276" y="347665"/>
                      </a:lnTo>
                      <a:lnTo>
                        <a:pt x="431276" y="345754"/>
                      </a:lnTo>
                      <a:cubicBezTo>
                        <a:pt x="474139" y="322735"/>
                        <a:pt x="514619" y="311622"/>
                        <a:pt x="517000" y="243359"/>
                      </a:cubicBezTo>
                      <a:cubicBezTo>
                        <a:pt x="517000" y="202878"/>
                        <a:pt x="502713" y="157634"/>
                        <a:pt x="433656" y="148109"/>
                      </a:cubicBezTo>
                      <a:cubicBezTo>
                        <a:pt x="366981" y="140568"/>
                        <a:pt x="274510" y="141043"/>
                        <a:pt x="174101" y="140965"/>
                      </a:cubicBezTo>
                      <a:close/>
                      <a:moveTo>
                        <a:pt x="0" y="0"/>
                      </a:moveTo>
                      <a:lnTo>
                        <a:pt x="127816" y="0"/>
                      </a:lnTo>
                      <a:lnTo>
                        <a:pt x="174101" y="0"/>
                      </a:lnTo>
                      <a:lnTo>
                        <a:pt x="447945" y="0"/>
                      </a:lnTo>
                      <a:lnTo>
                        <a:pt x="447945" y="1732"/>
                      </a:lnTo>
                      <a:cubicBezTo>
                        <a:pt x="634795" y="8775"/>
                        <a:pt x="679801" y="148746"/>
                        <a:pt x="683688" y="179066"/>
                      </a:cubicBezTo>
                      <a:cubicBezTo>
                        <a:pt x="689245" y="333848"/>
                        <a:pt x="620981" y="374328"/>
                        <a:pt x="559863" y="407666"/>
                      </a:cubicBezTo>
                      <a:cubicBezTo>
                        <a:pt x="663844" y="433066"/>
                        <a:pt x="727345" y="515617"/>
                        <a:pt x="728932" y="633885"/>
                      </a:cubicBezTo>
                      <a:cubicBezTo>
                        <a:pt x="720200" y="800572"/>
                        <a:pt x="594788" y="874392"/>
                        <a:pt x="433657" y="872010"/>
                      </a:cubicBezTo>
                      <a:cubicBezTo>
                        <a:pt x="433697" y="871216"/>
                        <a:pt x="433736" y="870422"/>
                        <a:pt x="433776" y="869628"/>
                      </a:cubicBezTo>
                      <a:lnTo>
                        <a:pt x="174101" y="869628"/>
                      </a:lnTo>
                      <a:lnTo>
                        <a:pt x="127816" y="869628"/>
                      </a:lnTo>
                      <a:lnTo>
                        <a:pt x="0" y="8696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3" name="Group 138">
                <a:extLst>
                  <a:ext uri="{FF2B5EF4-FFF2-40B4-BE49-F238E27FC236}">
                    <a16:creationId xmlns:a16="http://schemas.microsoft.com/office/drawing/2014/main" id="{2643E987-90C2-4B94-B80F-EDC21B366997}"/>
                  </a:ext>
                </a:extLst>
              </p:cNvPr>
              <p:cNvGrpSpPr/>
              <p:nvPr/>
            </p:nvGrpSpPr>
            <p:grpSpPr>
              <a:xfrm>
                <a:off x="6690882" y="1037184"/>
                <a:ext cx="720080" cy="720080"/>
                <a:chOff x="6690882" y="1037184"/>
                <a:chExt cx="720080" cy="720080"/>
              </a:xfrm>
            </p:grpSpPr>
            <p:sp>
              <p:nvSpPr>
                <p:cNvPr id="16" name="Rectangle 141">
                  <a:extLst>
                    <a:ext uri="{FF2B5EF4-FFF2-40B4-BE49-F238E27FC236}">
                      <a16:creationId xmlns:a16="http://schemas.microsoft.com/office/drawing/2014/main" id="{FDD5E718-9613-4CA7-B815-A1504E9F381E}"/>
                    </a:ext>
                  </a:extLst>
                </p:cNvPr>
                <p:cNvSpPr/>
                <p:nvPr/>
              </p:nvSpPr>
              <p:spPr>
                <a:xfrm>
                  <a:off x="6690882" y="1037184"/>
                  <a:ext cx="720080" cy="72008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" name="Block Arc 142">
                  <a:extLst>
                    <a:ext uri="{FF2B5EF4-FFF2-40B4-BE49-F238E27FC236}">
                      <a16:creationId xmlns:a16="http://schemas.microsoft.com/office/drawing/2014/main" id="{407CE817-14C3-44BE-AA08-4ADF87841D8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842201" y="1156272"/>
                  <a:ext cx="417443" cy="481904"/>
                </a:xfrm>
                <a:prstGeom prst="blockArc">
                  <a:avLst>
                    <a:gd name="adj1" fmla="val 1756726"/>
                    <a:gd name="adj2" fmla="val 19889488"/>
                    <a:gd name="adj3" fmla="val 22774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4" name="Round Same Side Corner Rectangle 51">
                <a:extLst>
                  <a:ext uri="{FF2B5EF4-FFF2-40B4-BE49-F238E27FC236}">
                    <a16:creationId xmlns:a16="http://schemas.microsoft.com/office/drawing/2014/main" id="{E71512B9-2122-4E61-A068-EC571CE12AB2}"/>
                  </a:ext>
                </a:extLst>
              </p:cNvPr>
              <p:cNvSpPr/>
              <p:nvPr/>
            </p:nvSpPr>
            <p:spPr>
              <a:xfrm rot="5400000">
                <a:off x="6852922" y="1652530"/>
                <a:ext cx="396000" cy="2520000"/>
              </a:xfrm>
              <a:custGeom>
                <a:avLst/>
                <a:gdLst/>
                <a:ahLst/>
                <a:cxnLst/>
                <a:rect l="l" t="t" r="r" b="b"/>
                <a:pathLst>
                  <a:path w="468002" h="2500353">
                    <a:moveTo>
                      <a:pt x="0" y="2500353"/>
                    </a:moveTo>
                    <a:lnTo>
                      <a:pt x="0" y="234001"/>
                    </a:lnTo>
                    <a:cubicBezTo>
                      <a:pt x="0" y="104766"/>
                      <a:pt x="104766" y="0"/>
                      <a:pt x="234001" y="0"/>
                    </a:cubicBezTo>
                    <a:cubicBezTo>
                      <a:pt x="363236" y="0"/>
                      <a:pt x="468002" y="104766"/>
                      <a:pt x="468002" y="234001"/>
                    </a:cubicBezTo>
                    <a:cubicBezTo>
                      <a:pt x="468002" y="989452"/>
                      <a:pt x="468001" y="1744902"/>
                      <a:pt x="468001" y="2500353"/>
                    </a:cubicBezTo>
                    <a:lnTo>
                      <a:pt x="467594" y="2500353"/>
                    </a:lnTo>
                    <a:cubicBezTo>
                      <a:pt x="429063" y="2409421"/>
                      <a:pt x="338980" y="2345641"/>
                      <a:pt x="234000" y="2345641"/>
                    </a:cubicBezTo>
                    <a:cubicBezTo>
                      <a:pt x="129020" y="2345641"/>
                      <a:pt x="38938" y="2409421"/>
                      <a:pt x="406" y="2500353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" name="Round Same Side Corner Rectangle 51">
                <a:extLst>
                  <a:ext uri="{FF2B5EF4-FFF2-40B4-BE49-F238E27FC236}">
                    <a16:creationId xmlns:a16="http://schemas.microsoft.com/office/drawing/2014/main" id="{5820E22C-02AD-453C-B5C8-EA9F3637AF00}"/>
                  </a:ext>
                </a:extLst>
              </p:cNvPr>
              <p:cNvSpPr/>
              <p:nvPr/>
            </p:nvSpPr>
            <p:spPr>
              <a:xfrm rot="16200000">
                <a:off x="6852922" y="2167123"/>
                <a:ext cx="396000" cy="2520000"/>
              </a:xfrm>
              <a:custGeom>
                <a:avLst/>
                <a:gdLst/>
                <a:ahLst/>
                <a:cxnLst/>
                <a:rect l="l" t="t" r="r" b="b"/>
                <a:pathLst>
                  <a:path w="468002" h="2500353">
                    <a:moveTo>
                      <a:pt x="0" y="2500353"/>
                    </a:moveTo>
                    <a:lnTo>
                      <a:pt x="0" y="234001"/>
                    </a:lnTo>
                    <a:cubicBezTo>
                      <a:pt x="0" y="104766"/>
                      <a:pt x="104766" y="0"/>
                      <a:pt x="234001" y="0"/>
                    </a:cubicBezTo>
                    <a:cubicBezTo>
                      <a:pt x="363236" y="0"/>
                      <a:pt x="468002" y="104766"/>
                      <a:pt x="468002" y="234001"/>
                    </a:cubicBezTo>
                    <a:cubicBezTo>
                      <a:pt x="468002" y="989452"/>
                      <a:pt x="468001" y="1744902"/>
                      <a:pt x="468001" y="2500353"/>
                    </a:cubicBezTo>
                    <a:lnTo>
                      <a:pt x="467594" y="2500353"/>
                    </a:lnTo>
                    <a:cubicBezTo>
                      <a:pt x="429063" y="2409421"/>
                      <a:pt x="338980" y="2345641"/>
                      <a:pt x="234000" y="2345641"/>
                    </a:cubicBezTo>
                    <a:cubicBezTo>
                      <a:pt x="129020" y="2345641"/>
                      <a:pt x="38938" y="2409421"/>
                      <a:pt x="406" y="2500353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199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1547664" y="0"/>
            <a:ext cx="7596336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Group 131">
            <a:extLst>
              <a:ext uri="{FF2B5EF4-FFF2-40B4-BE49-F238E27FC236}">
                <a16:creationId xmlns:a16="http://schemas.microsoft.com/office/drawing/2014/main" id="{026D4B59-5D59-4CEC-AB20-DB24D608CE1F}"/>
              </a:ext>
            </a:extLst>
          </p:cNvPr>
          <p:cNvGrpSpPr/>
          <p:nvPr userDrawn="1"/>
        </p:nvGrpSpPr>
        <p:grpSpPr>
          <a:xfrm>
            <a:off x="126464" y="3578903"/>
            <a:ext cx="1296144" cy="1368244"/>
            <a:chOff x="787805" y="339502"/>
            <a:chExt cx="4175262" cy="4407517"/>
          </a:xfrm>
        </p:grpSpPr>
        <p:sp>
          <p:nvSpPr>
            <p:cNvPr id="6" name="Oval 132">
              <a:extLst>
                <a:ext uri="{FF2B5EF4-FFF2-40B4-BE49-F238E27FC236}">
                  <a16:creationId xmlns:a16="http://schemas.microsoft.com/office/drawing/2014/main" id="{9F7729A7-5A12-4764-9BB8-3EE3D0790F11}"/>
                </a:ext>
              </a:extLst>
            </p:cNvPr>
            <p:cNvSpPr/>
            <p:nvPr/>
          </p:nvSpPr>
          <p:spPr>
            <a:xfrm>
              <a:off x="787805" y="339502"/>
              <a:ext cx="4175262" cy="417526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grpSp>
          <p:nvGrpSpPr>
            <p:cNvPr id="7" name="Group 133">
              <a:extLst>
                <a:ext uri="{FF2B5EF4-FFF2-40B4-BE49-F238E27FC236}">
                  <a16:creationId xmlns:a16="http://schemas.microsoft.com/office/drawing/2014/main" id="{433664DB-FA73-4B57-9543-AEF7A1FB2D58}"/>
                </a:ext>
              </a:extLst>
            </p:cNvPr>
            <p:cNvGrpSpPr/>
            <p:nvPr/>
          </p:nvGrpSpPr>
          <p:grpSpPr>
            <a:xfrm>
              <a:off x="1129436" y="1046675"/>
              <a:ext cx="3492000" cy="3700344"/>
              <a:chOff x="5304922" y="1037184"/>
              <a:chExt cx="3492000" cy="3700344"/>
            </a:xfrm>
          </p:grpSpPr>
          <p:grpSp>
            <p:nvGrpSpPr>
              <p:cNvPr id="8" name="Group 134">
                <a:extLst>
                  <a:ext uri="{FF2B5EF4-FFF2-40B4-BE49-F238E27FC236}">
                    <a16:creationId xmlns:a16="http://schemas.microsoft.com/office/drawing/2014/main" id="{97F3B45F-4060-46EF-8565-299D039E474D}"/>
                  </a:ext>
                </a:extLst>
              </p:cNvPr>
              <p:cNvGrpSpPr/>
              <p:nvPr/>
            </p:nvGrpSpPr>
            <p:grpSpPr>
              <a:xfrm>
                <a:off x="5304922" y="3743716"/>
                <a:ext cx="3492000" cy="437610"/>
                <a:chOff x="1709238" y="4209096"/>
                <a:chExt cx="3492000" cy="437610"/>
              </a:xfrm>
            </p:grpSpPr>
            <p:sp>
              <p:nvSpPr>
                <p:cNvPr id="34" name="Rectangle 160">
                  <a:extLst>
                    <a:ext uri="{FF2B5EF4-FFF2-40B4-BE49-F238E27FC236}">
                      <a16:creationId xmlns:a16="http://schemas.microsoft.com/office/drawing/2014/main" id="{1F3EFD6B-061F-4478-8FAA-0C72A246F3CF}"/>
                    </a:ext>
                  </a:extLst>
                </p:cNvPr>
                <p:cNvSpPr/>
                <p:nvPr/>
              </p:nvSpPr>
              <p:spPr>
                <a:xfrm>
                  <a:off x="1709238" y="4214706"/>
                  <a:ext cx="3492000" cy="432000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35" name="Group 161">
                  <a:extLst>
                    <a:ext uri="{FF2B5EF4-FFF2-40B4-BE49-F238E27FC236}">
                      <a16:creationId xmlns:a16="http://schemas.microsoft.com/office/drawing/2014/main" id="{9201AC6B-6F3A-4E54-9E1E-68F94FD39972}"/>
                    </a:ext>
                  </a:extLst>
                </p:cNvPr>
                <p:cNvGrpSpPr/>
                <p:nvPr/>
              </p:nvGrpSpPr>
              <p:grpSpPr>
                <a:xfrm>
                  <a:off x="2078720" y="4209096"/>
                  <a:ext cx="469833" cy="432000"/>
                  <a:chOff x="2078720" y="4209096"/>
                  <a:chExt cx="469833" cy="432000"/>
                </a:xfrm>
              </p:grpSpPr>
              <p:sp>
                <p:nvSpPr>
                  <p:cNvPr id="43" name="Rectangle 169">
                    <a:extLst>
                      <a:ext uri="{FF2B5EF4-FFF2-40B4-BE49-F238E27FC236}">
                        <a16:creationId xmlns:a16="http://schemas.microsoft.com/office/drawing/2014/main" id="{833D3C5A-E612-4CE7-98A0-3793884D93B0}"/>
                      </a:ext>
                    </a:extLst>
                  </p:cNvPr>
                  <p:cNvSpPr/>
                  <p:nvPr/>
                </p:nvSpPr>
                <p:spPr>
                  <a:xfrm>
                    <a:off x="2078720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4" name="Rectangle 170">
                    <a:extLst>
                      <a:ext uri="{FF2B5EF4-FFF2-40B4-BE49-F238E27FC236}">
                        <a16:creationId xmlns:a16="http://schemas.microsoft.com/office/drawing/2014/main" id="{9A2C5636-A3D2-4B1B-A346-15F3468CD198}"/>
                      </a:ext>
                    </a:extLst>
                  </p:cNvPr>
                  <p:cNvSpPr/>
                  <p:nvPr/>
                </p:nvSpPr>
                <p:spPr>
                  <a:xfrm>
                    <a:off x="2217331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5" name="Rectangle 171">
                    <a:extLst>
                      <a:ext uri="{FF2B5EF4-FFF2-40B4-BE49-F238E27FC236}">
                        <a16:creationId xmlns:a16="http://schemas.microsoft.com/office/drawing/2014/main" id="{10650D19-D871-43A5-90C4-25301C5C346E}"/>
                      </a:ext>
                    </a:extLst>
                  </p:cNvPr>
                  <p:cNvSpPr/>
                  <p:nvPr/>
                </p:nvSpPr>
                <p:spPr>
                  <a:xfrm>
                    <a:off x="2355942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6" name="Rectangle 172">
                    <a:extLst>
                      <a:ext uri="{FF2B5EF4-FFF2-40B4-BE49-F238E27FC236}">
                        <a16:creationId xmlns:a16="http://schemas.microsoft.com/office/drawing/2014/main" id="{F9A18B9A-6392-4D5F-A47E-B329BB9A6661}"/>
                      </a:ext>
                    </a:extLst>
                  </p:cNvPr>
                  <p:cNvSpPr/>
                  <p:nvPr/>
                </p:nvSpPr>
                <p:spPr>
                  <a:xfrm>
                    <a:off x="2494553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36" name="Group 162">
                  <a:extLst>
                    <a:ext uri="{FF2B5EF4-FFF2-40B4-BE49-F238E27FC236}">
                      <a16:creationId xmlns:a16="http://schemas.microsoft.com/office/drawing/2014/main" id="{B82B438A-726D-45F9-A5DA-D08AD6C624E0}"/>
                    </a:ext>
                  </a:extLst>
                </p:cNvPr>
                <p:cNvGrpSpPr/>
                <p:nvPr/>
              </p:nvGrpSpPr>
              <p:grpSpPr>
                <a:xfrm>
                  <a:off x="4098293" y="4384000"/>
                  <a:ext cx="900965" cy="82800"/>
                  <a:chOff x="4098293" y="4384000"/>
                  <a:chExt cx="900965" cy="82800"/>
                </a:xfrm>
              </p:grpSpPr>
              <p:sp>
                <p:nvSpPr>
                  <p:cNvPr id="37" name="Rectangle 163">
                    <a:extLst>
                      <a:ext uri="{FF2B5EF4-FFF2-40B4-BE49-F238E27FC236}">
                        <a16:creationId xmlns:a16="http://schemas.microsoft.com/office/drawing/2014/main" id="{93FAEF1B-8C71-4F77-86F3-9082D16C6C3D}"/>
                      </a:ext>
                    </a:extLst>
                  </p:cNvPr>
                  <p:cNvSpPr/>
                  <p:nvPr/>
                </p:nvSpPr>
                <p:spPr>
                  <a:xfrm>
                    <a:off x="4098293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8" name="Rectangle 164">
                    <a:extLst>
                      <a:ext uri="{FF2B5EF4-FFF2-40B4-BE49-F238E27FC236}">
                        <a16:creationId xmlns:a16="http://schemas.microsoft.com/office/drawing/2014/main" id="{575D7FA0-9FAE-4CE8-95D1-B88B0F922D42}"/>
                      </a:ext>
                    </a:extLst>
                  </p:cNvPr>
                  <p:cNvSpPr/>
                  <p:nvPr/>
                </p:nvSpPr>
                <p:spPr>
                  <a:xfrm>
                    <a:off x="4260486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9" name="Rectangle 165">
                    <a:extLst>
                      <a:ext uri="{FF2B5EF4-FFF2-40B4-BE49-F238E27FC236}">
                        <a16:creationId xmlns:a16="http://schemas.microsoft.com/office/drawing/2014/main" id="{772FC9E5-A5A5-4EE0-A2EC-C53B2C15E423}"/>
                      </a:ext>
                    </a:extLst>
                  </p:cNvPr>
                  <p:cNvSpPr/>
                  <p:nvPr/>
                </p:nvSpPr>
                <p:spPr>
                  <a:xfrm>
                    <a:off x="4422679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0" name="Rectangle 166">
                    <a:extLst>
                      <a:ext uri="{FF2B5EF4-FFF2-40B4-BE49-F238E27FC236}">
                        <a16:creationId xmlns:a16="http://schemas.microsoft.com/office/drawing/2014/main" id="{FFA7EB86-1716-4A64-88E6-CE6743D43754}"/>
                      </a:ext>
                    </a:extLst>
                  </p:cNvPr>
                  <p:cNvSpPr/>
                  <p:nvPr/>
                </p:nvSpPr>
                <p:spPr>
                  <a:xfrm>
                    <a:off x="4584872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1" name="Rectangle 167">
                    <a:extLst>
                      <a:ext uri="{FF2B5EF4-FFF2-40B4-BE49-F238E27FC236}">
                        <a16:creationId xmlns:a16="http://schemas.microsoft.com/office/drawing/2014/main" id="{FECA3F1E-ACC8-4DE5-8D4E-D5932BC26574}"/>
                      </a:ext>
                    </a:extLst>
                  </p:cNvPr>
                  <p:cNvSpPr/>
                  <p:nvPr/>
                </p:nvSpPr>
                <p:spPr>
                  <a:xfrm>
                    <a:off x="4747065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2" name="Rectangle 168">
                    <a:extLst>
                      <a:ext uri="{FF2B5EF4-FFF2-40B4-BE49-F238E27FC236}">
                        <a16:creationId xmlns:a16="http://schemas.microsoft.com/office/drawing/2014/main" id="{9D0A8CA7-A706-42EE-AC1E-84D321F5BAEC}"/>
                      </a:ext>
                    </a:extLst>
                  </p:cNvPr>
                  <p:cNvSpPr/>
                  <p:nvPr/>
                </p:nvSpPr>
                <p:spPr>
                  <a:xfrm>
                    <a:off x="4909258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9" name="Group 135">
                <a:extLst>
                  <a:ext uri="{FF2B5EF4-FFF2-40B4-BE49-F238E27FC236}">
                    <a16:creationId xmlns:a16="http://schemas.microsoft.com/office/drawing/2014/main" id="{4CA94E39-AEF3-4A20-8A94-91CC08786D31}"/>
                  </a:ext>
                </a:extLst>
              </p:cNvPr>
              <p:cNvGrpSpPr/>
              <p:nvPr/>
            </p:nvGrpSpPr>
            <p:grpSpPr>
              <a:xfrm flipH="1">
                <a:off x="5304922" y="4299918"/>
                <a:ext cx="3492000" cy="437610"/>
                <a:chOff x="1709238" y="4209096"/>
                <a:chExt cx="3492000" cy="437610"/>
              </a:xfrm>
            </p:grpSpPr>
            <p:sp>
              <p:nvSpPr>
                <p:cNvPr id="21" name="Rectangle 147">
                  <a:extLst>
                    <a:ext uri="{FF2B5EF4-FFF2-40B4-BE49-F238E27FC236}">
                      <a16:creationId xmlns:a16="http://schemas.microsoft.com/office/drawing/2014/main" id="{D486681D-1708-4D81-88E1-DE1E1E00AAE5}"/>
                    </a:ext>
                  </a:extLst>
                </p:cNvPr>
                <p:cNvSpPr/>
                <p:nvPr/>
              </p:nvSpPr>
              <p:spPr>
                <a:xfrm>
                  <a:off x="1709238" y="4214706"/>
                  <a:ext cx="3492000" cy="432000"/>
                </a:xfrm>
                <a:prstGeom prst="rect">
                  <a:avLst/>
                </a:prstGeom>
                <a:solidFill>
                  <a:schemeClr val="accent2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22" name="Group 148">
                  <a:extLst>
                    <a:ext uri="{FF2B5EF4-FFF2-40B4-BE49-F238E27FC236}">
                      <a16:creationId xmlns:a16="http://schemas.microsoft.com/office/drawing/2014/main" id="{7BC095C6-386F-49C6-BAE7-483275E5E81F}"/>
                    </a:ext>
                  </a:extLst>
                </p:cNvPr>
                <p:cNvGrpSpPr/>
                <p:nvPr/>
              </p:nvGrpSpPr>
              <p:grpSpPr>
                <a:xfrm>
                  <a:off x="2078720" y="4209096"/>
                  <a:ext cx="469833" cy="432000"/>
                  <a:chOff x="2078720" y="4209096"/>
                  <a:chExt cx="469833" cy="432000"/>
                </a:xfrm>
              </p:grpSpPr>
              <p:sp>
                <p:nvSpPr>
                  <p:cNvPr id="30" name="Rectangle 156">
                    <a:extLst>
                      <a:ext uri="{FF2B5EF4-FFF2-40B4-BE49-F238E27FC236}">
                        <a16:creationId xmlns:a16="http://schemas.microsoft.com/office/drawing/2014/main" id="{C4213B71-6426-41F6-960A-FAB5D7A110E2}"/>
                      </a:ext>
                    </a:extLst>
                  </p:cNvPr>
                  <p:cNvSpPr/>
                  <p:nvPr/>
                </p:nvSpPr>
                <p:spPr>
                  <a:xfrm>
                    <a:off x="2078720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1" name="Rectangle 157">
                    <a:extLst>
                      <a:ext uri="{FF2B5EF4-FFF2-40B4-BE49-F238E27FC236}">
                        <a16:creationId xmlns:a16="http://schemas.microsoft.com/office/drawing/2014/main" id="{290590F8-9BC5-4917-995D-5DD4F9844418}"/>
                      </a:ext>
                    </a:extLst>
                  </p:cNvPr>
                  <p:cNvSpPr/>
                  <p:nvPr/>
                </p:nvSpPr>
                <p:spPr>
                  <a:xfrm>
                    <a:off x="2217331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2" name="Rectangle 158">
                    <a:extLst>
                      <a:ext uri="{FF2B5EF4-FFF2-40B4-BE49-F238E27FC236}">
                        <a16:creationId xmlns:a16="http://schemas.microsoft.com/office/drawing/2014/main" id="{F23A0549-22CA-46CC-A244-1EB4EF54BFF9}"/>
                      </a:ext>
                    </a:extLst>
                  </p:cNvPr>
                  <p:cNvSpPr/>
                  <p:nvPr/>
                </p:nvSpPr>
                <p:spPr>
                  <a:xfrm>
                    <a:off x="2355942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3" name="Rectangle 159">
                    <a:extLst>
                      <a:ext uri="{FF2B5EF4-FFF2-40B4-BE49-F238E27FC236}">
                        <a16:creationId xmlns:a16="http://schemas.microsoft.com/office/drawing/2014/main" id="{19D2D0F4-4D3E-43B5-9CEA-45CD50CF22DA}"/>
                      </a:ext>
                    </a:extLst>
                  </p:cNvPr>
                  <p:cNvSpPr/>
                  <p:nvPr/>
                </p:nvSpPr>
                <p:spPr>
                  <a:xfrm>
                    <a:off x="2494553" y="4209096"/>
                    <a:ext cx="54000" cy="432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</p:grpSp>
            <p:grpSp>
              <p:nvGrpSpPr>
                <p:cNvPr id="23" name="Group 149">
                  <a:extLst>
                    <a:ext uri="{FF2B5EF4-FFF2-40B4-BE49-F238E27FC236}">
                      <a16:creationId xmlns:a16="http://schemas.microsoft.com/office/drawing/2014/main" id="{08BB2FF0-577E-47ED-A538-E7DB3C74C043}"/>
                    </a:ext>
                  </a:extLst>
                </p:cNvPr>
                <p:cNvGrpSpPr/>
                <p:nvPr/>
              </p:nvGrpSpPr>
              <p:grpSpPr>
                <a:xfrm>
                  <a:off x="4098293" y="4384000"/>
                  <a:ext cx="900965" cy="82800"/>
                  <a:chOff x="4098293" y="4384000"/>
                  <a:chExt cx="900965" cy="82800"/>
                </a:xfrm>
              </p:grpSpPr>
              <p:sp>
                <p:nvSpPr>
                  <p:cNvPr id="24" name="Rectangle 150">
                    <a:extLst>
                      <a:ext uri="{FF2B5EF4-FFF2-40B4-BE49-F238E27FC236}">
                        <a16:creationId xmlns:a16="http://schemas.microsoft.com/office/drawing/2014/main" id="{6BB79A00-C28C-4862-81FB-93BE47F3127E}"/>
                      </a:ext>
                    </a:extLst>
                  </p:cNvPr>
                  <p:cNvSpPr/>
                  <p:nvPr/>
                </p:nvSpPr>
                <p:spPr>
                  <a:xfrm>
                    <a:off x="4098293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5" name="Rectangle 151">
                    <a:extLst>
                      <a:ext uri="{FF2B5EF4-FFF2-40B4-BE49-F238E27FC236}">
                        <a16:creationId xmlns:a16="http://schemas.microsoft.com/office/drawing/2014/main" id="{16A3FBF7-CA47-44AA-802A-677D16725DD1}"/>
                      </a:ext>
                    </a:extLst>
                  </p:cNvPr>
                  <p:cNvSpPr/>
                  <p:nvPr/>
                </p:nvSpPr>
                <p:spPr>
                  <a:xfrm>
                    <a:off x="4260486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6" name="Rectangle 152">
                    <a:extLst>
                      <a:ext uri="{FF2B5EF4-FFF2-40B4-BE49-F238E27FC236}">
                        <a16:creationId xmlns:a16="http://schemas.microsoft.com/office/drawing/2014/main" id="{281C5339-EEF9-484A-8D2E-A4CE48AE1051}"/>
                      </a:ext>
                    </a:extLst>
                  </p:cNvPr>
                  <p:cNvSpPr/>
                  <p:nvPr/>
                </p:nvSpPr>
                <p:spPr>
                  <a:xfrm>
                    <a:off x="4422679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7" name="Rectangle 153">
                    <a:extLst>
                      <a:ext uri="{FF2B5EF4-FFF2-40B4-BE49-F238E27FC236}">
                        <a16:creationId xmlns:a16="http://schemas.microsoft.com/office/drawing/2014/main" id="{78ADE070-9797-442E-819F-37D83BA2F61C}"/>
                      </a:ext>
                    </a:extLst>
                  </p:cNvPr>
                  <p:cNvSpPr/>
                  <p:nvPr/>
                </p:nvSpPr>
                <p:spPr>
                  <a:xfrm>
                    <a:off x="4584872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8" name="Rectangle 154">
                    <a:extLst>
                      <a:ext uri="{FF2B5EF4-FFF2-40B4-BE49-F238E27FC236}">
                        <a16:creationId xmlns:a16="http://schemas.microsoft.com/office/drawing/2014/main" id="{24A7692E-658A-4C08-8795-A125BCECD815}"/>
                      </a:ext>
                    </a:extLst>
                  </p:cNvPr>
                  <p:cNvSpPr/>
                  <p:nvPr/>
                </p:nvSpPr>
                <p:spPr>
                  <a:xfrm>
                    <a:off x="4747065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9" name="Rectangle 155">
                    <a:extLst>
                      <a:ext uri="{FF2B5EF4-FFF2-40B4-BE49-F238E27FC236}">
                        <a16:creationId xmlns:a16="http://schemas.microsoft.com/office/drawing/2014/main" id="{612972B9-DFB7-417F-B00D-5CDAF3001CCD}"/>
                      </a:ext>
                    </a:extLst>
                  </p:cNvPr>
                  <p:cNvSpPr/>
                  <p:nvPr/>
                </p:nvSpPr>
                <p:spPr>
                  <a:xfrm>
                    <a:off x="4909258" y="4384000"/>
                    <a:ext cx="90000" cy="828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grpSp>
            <p:nvGrpSpPr>
              <p:cNvPr id="10" name="Group 136">
                <a:extLst>
                  <a:ext uri="{FF2B5EF4-FFF2-40B4-BE49-F238E27FC236}">
                    <a16:creationId xmlns:a16="http://schemas.microsoft.com/office/drawing/2014/main" id="{7485DFD6-58CF-4512-8067-927FAE4C5DDE}"/>
                  </a:ext>
                </a:extLst>
              </p:cNvPr>
              <p:cNvGrpSpPr/>
              <p:nvPr/>
            </p:nvGrpSpPr>
            <p:grpSpPr>
              <a:xfrm>
                <a:off x="6272654" y="1875857"/>
                <a:ext cx="720080" cy="720080"/>
                <a:chOff x="6272654" y="1875857"/>
                <a:chExt cx="720080" cy="720080"/>
              </a:xfrm>
            </p:grpSpPr>
            <p:sp>
              <p:nvSpPr>
                <p:cNvPr id="19" name="Rectangle 145">
                  <a:extLst>
                    <a:ext uri="{FF2B5EF4-FFF2-40B4-BE49-F238E27FC236}">
                      <a16:creationId xmlns:a16="http://schemas.microsoft.com/office/drawing/2014/main" id="{91038BDC-7073-448E-944E-B72B46281DC4}"/>
                    </a:ext>
                  </a:extLst>
                </p:cNvPr>
                <p:cNvSpPr/>
                <p:nvPr/>
              </p:nvSpPr>
              <p:spPr>
                <a:xfrm>
                  <a:off x="6272654" y="1875857"/>
                  <a:ext cx="720080" cy="720080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" name="Parallelogram 5">
                  <a:extLst>
                    <a:ext uri="{FF2B5EF4-FFF2-40B4-BE49-F238E27FC236}">
                      <a16:creationId xmlns:a16="http://schemas.microsoft.com/office/drawing/2014/main" id="{A6961570-6929-4975-BC4A-FA651AB980D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391715" y="1978487"/>
                  <a:ext cx="481958" cy="481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270" h="868857">
                      <a:moveTo>
                        <a:pt x="424135" y="189887"/>
                      </a:moveTo>
                      <a:lnTo>
                        <a:pt x="297766" y="526729"/>
                      </a:lnTo>
                      <a:lnTo>
                        <a:pt x="550505" y="526729"/>
                      </a:lnTo>
                      <a:close/>
                      <a:moveTo>
                        <a:pt x="325960" y="0"/>
                      </a:moveTo>
                      <a:lnTo>
                        <a:pt x="352897" y="0"/>
                      </a:lnTo>
                      <a:lnTo>
                        <a:pt x="495373" y="0"/>
                      </a:lnTo>
                      <a:lnTo>
                        <a:pt x="522310" y="0"/>
                      </a:lnTo>
                      <a:lnTo>
                        <a:pt x="848270" y="868857"/>
                      </a:lnTo>
                      <a:lnTo>
                        <a:pt x="678857" y="868857"/>
                      </a:lnTo>
                      <a:lnTo>
                        <a:pt x="604960" y="671883"/>
                      </a:lnTo>
                      <a:lnTo>
                        <a:pt x="243310" y="671883"/>
                      </a:lnTo>
                      <a:lnTo>
                        <a:pt x="169413" y="868857"/>
                      </a:lnTo>
                      <a:lnTo>
                        <a:pt x="0" y="868857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1" name="Group 137">
                <a:extLst>
                  <a:ext uri="{FF2B5EF4-FFF2-40B4-BE49-F238E27FC236}">
                    <a16:creationId xmlns:a16="http://schemas.microsoft.com/office/drawing/2014/main" id="{4CCEE2BA-50A7-4888-A2FF-2784794A86D8}"/>
                  </a:ext>
                </a:extLst>
              </p:cNvPr>
              <p:cNvGrpSpPr/>
              <p:nvPr/>
            </p:nvGrpSpPr>
            <p:grpSpPr>
              <a:xfrm>
                <a:off x="7109110" y="1875857"/>
                <a:ext cx="720080" cy="720080"/>
                <a:chOff x="7109110" y="1875857"/>
                <a:chExt cx="720080" cy="720080"/>
              </a:xfrm>
            </p:grpSpPr>
            <p:sp>
              <p:nvSpPr>
                <p:cNvPr id="17" name="Rectangle 143">
                  <a:extLst>
                    <a:ext uri="{FF2B5EF4-FFF2-40B4-BE49-F238E27FC236}">
                      <a16:creationId xmlns:a16="http://schemas.microsoft.com/office/drawing/2014/main" id="{A477BE60-4D49-4578-91AC-372D905E0370}"/>
                    </a:ext>
                  </a:extLst>
                </p:cNvPr>
                <p:cNvSpPr/>
                <p:nvPr/>
              </p:nvSpPr>
              <p:spPr>
                <a:xfrm>
                  <a:off x="7109110" y="1875857"/>
                  <a:ext cx="720080" cy="720080"/>
                </a:xfrm>
                <a:prstGeom prst="rect">
                  <a:avLst/>
                </a:prstGeom>
                <a:solidFill>
                  <a:schemeClr val="accent2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Rectangle 9">
                  <a:extLst>
                    <a:ext uri="{FF2B5EF4-FFF2-40B4-BE49-F238E27FC236}">
                      <a16:creationId xmlns:a16="http://schemas.microsoft.com/office/drawing/2014/main" id="{95059FCC-4CD5-4EAA-A511-2EA47B1D5EB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267746" y="1994945"/>
                  <a:ext cx="402809" cy="481904"/>
                </a:xfrm>
                <a:custGeom>
                  <a:avLst/>
                  <a:gdLst>
                    <a:gd name="connsiteX0" fmla="*/ 174101 w 728932"/>
                    <a:gd name="connsiteY0" fmla="*/ 488630 h 872065"/>
                    <a:gd name="connsiteX1" fmla="*/ 174101 w 728932"/>
                    <a:gd name="connsiteY1" fmla="*/ 728663 h 872065"/>
                    <a:gd name="connsiteX2" fmla="*/ 442406 w 728932"/>
                    <a:gd name="connsiteY2" fmla="*/ 728663 h 872065"/>
                    <a:gd name="connsiteX3" fmla="*/ 547956 w 728932"/>
                    <a:gd name="connsiteY3" fmla="*/ 612454 h 872065"/>
                    <a:gd name="connsiteX4" fmla="*/ 431276 w 728932"/>
                    <a:gd name="connsiteY4" fmla="*/ 493391 h 872065"/>
                    <a:gd name="connsiteX5" fmla="*/ 431276 w 728932"/>
                    <a:gd name="connsiteY5" fmla="*/ 488630 h 872065"/>
                    <a:gd name="connsiteX6" fmla="*/ 174101 w 728932"/>
                    <a:gd name="connsiteY6" fmla="*/ 488630 h 872065"/>
                    <a:gd name="connsiteX7" fmla="*/ 174101 w 728932"/>
                    <a:gd name="connsiteY7" fmla="*/ 140965 h 872065"/>
                    <a:gd name="connsiteX8" fmla="*/ 174101 w 728932"/>
                    <a:gd name="connsiteY8" fmla="*/ 347665 h 872065"/>
                    <a:gd name="connsiteX9" fmla="*/ 431276 w 728932"/>
                    <a:gd name="connsiteY9" fmla="*/ 347665 h 872065"/>
                    <a:gd name="connsiteX10" fmla="*/ 431276 w 728932"/>
                    <a:gd name="connsiteY10" fmla="*/ 345754 h 872065"/>
                    <a:gd name="connsiteX11" fmla="*/ 517000 w 728932"/>
                    <a:gd name="connsiteY11" fmla="*/ 243359 h 872065"/>
                    <a:gd name="connsiteX12" fmla="*/ 433656 w 728932"/>
                    <a:gd name="connsiteY12" fmla="*/ 148109 h 872065"/>
                    <a:gd name="connsiteX13" fmla="*/ 174101 w 728932"/>
                    <a:gd name="connsiteY13" fmla="*/ 140965 h 872065"/>
                    <a:gd name="connsiteX14" fmla="*/ 0 w 728932"/>
                    <a:gd name="connsiteY14" fmla="*/ 0 h 872065"/>
                    <a:gd name="connsiteX15" fmla="*/ 127816 w 728932"/>
                    <a:gd name="connsiteY15" fmla="*/ 0 h 872065"/>
                    <a:gd name="connsiteX16" fmla="*/ 174101 w 728932"/>
                    <a:gd name="connsiteY16" fmla="*/ 0 h 872065"/>
                    <a:gd name="connsiteX17" fmla="*/ 447945 w 728932"/>
                    <a:gd name="connsiteY17" fmla="*/ 0 h 872065"/>
                    <a:gd name="connsiteX18" fmla="*/ 447945 w 728932"/>
                    <a:gd name="connsiteY18" fmla="*/ 1732 h 872065"/>
                    <a:gd name="connsiteX19" fmla="*/ 683688 w 728932"/>
                    <a:gd name="connsiteY19" fmla="*/ 179066 h 872065"/>
                    <a:gd name="connsiteX20" fmla="*/ 559863 w 728932"/>
                    <a:gd name="connsiteY20" fmla="*/ 407666 h 872065"/>
                    <a:gd name="connsiteX21" fmla="*/ 728932 w 728932"/>
                    <a:gd name="connsiteY21" fmla="*/ 633885 h 872065"/>
                    <a:gd name="connsiteX22" fmla="*/ 433657 w 728932"/>
                    <a:gd name="connsiteY22" fmla="*/ 872010 h 872065"/>
                    <a:gd name="connsiteX23" fmla="*/ 433776 w 728932"/>
                    <a:gd name="connsiteY23" fmla="*/ 869628 h 872065"/>
                    <a:gd name="connsiteX24" fmla="*/ 174101 w 728932"/>
                    <a:gd name="connsiteY24" fmla="*/ 869628 h 872065"/>
                    <a:gd name="connsiteX25" fmla="*/ 127816 w 728932"/>
                    <a:gd name="connsiteY25" fmla="*/ 869628 h 872065"/>
                    <a:gd name="connsiteX26" fmla="*/ 0 w 728932"/>
                    <a:gd name="connsiteY26" fmla="*/ 869628 h 872065"/>
                    <a:gd name="connsiteX27" fmla="*/ 0 w 728932"/>
                    <a:gd name="connsiteY27" fmla="*/ 0 h 872065"/>
                    <a:gd name="connsiteX0" fmla="*/ 174101 w 728932"/>
                    <a:gd name="connsiteY0" fmla="*/ 488630 h 872065"/>
                    <a:gd name="connsiteX1" fmla="*/ 174101 w 728932"/>
                    <a:gd name="connsiteY1" fmla="*/ 728663 h 872065"/>
                    <a:gd name="connsiteX2" fmla="*/ 442406 w 728932"/>
                    <a:gd name="connsiteY2" fmla="*/ 728663 h 872065"/>
                    <a:gd name="connsiteX3" fmla="*/ 547956 w 728932"/>
                    <a:gd name="connsiteY3" fmla="*/ 612454 h 872065"/>
                    <a:gd name="connsiteX4" fmla="*/ 431276 w 728932"/>
                    <a:gd name="connsiteY4" fmla="*/ 493391 h 872065"/>
                    <a:gd name="connsiteX5" fmla="*/ 431276 w 728932"/>
                    <a:gd name="connsiteY5" fmla="*/ 488630 h 872065"/>
                    <a:gd name="connsiteX6" fmla="*/ 174101 w 728932"/>
                    <a:gd name="connsiteY6" fmla="*/ 488630 h 872065"/>
                    <a:gd name="connsiteX7" fmla="*/ 174101 w 728932"/>
                    <a:gd name="connsiteY7" fmla="*/ 140965 h 872065"/>
                    <a:gd name="connsiteX8" fmla="*/ 174101 w 728932"/>
                    <a:gd name="connsiteY8" fmla="*/ 347665 h 872065"/>
                    <a:gd name="connsiteX9" fmla="*/ 431276 w 728932"/>
                    <a:gd name="connsiteY9" fmla="*/ 347665 h 872065"/>
                    <a:gd name="connsiteX10" fmla="*/ 431276 w 728932"/>
                    <a:gd name="connsiteY10" fmla="*/ 345754 h 872065"/>
                    <a:gd name="connsiteX11" fmla="*/ 517000 w 728932"/>
                    <a:gd name="connsiteY11" fmla="*/ 243359 h 872065"/>
                    <a:gd name="connsiteX12" fmla="*/ 433656 w 728932"/>
                    <a:gd name="connsiteY12" fmla="*/ 148109 h 872065"/>
                    <a:gd name="connsiteX13" fmla="*/ 174101 w 728932"/>
                    <a:gd name="connsiteY13" fmla="*/ 140965 h 872065"/>
                    <a:gd name="connsiteX14" fmla="*/ 0 w 728932"/>
                    <a:gd name="connsiteY14" fmla="*/ 0 h 872065"/>
                    <a:gd name="connsiteX15" fmla="*/ 127816 w 728932"/>
                    <a:gd name="connsiteY15" fmla="*/ 0 h 872065"/>
                    <a:gd name="connsiteX16" fmla="*/ 174101 w 728932"/>
                    <a:gd name="connsiteY16" fmla="*/ 0 h 872065"/>
                    <a:gd name="connsiteX17" fmla="*/ 447945 w 728932"/>
                    <a:gd name="connsiteY17" fmla="*/ 0 h 872065"/>
                    <a:gd name="connsiteX18" fmla="*/ 447945 w 728932"/>
                    <a:gd name="connsiteY18" fmla="*/ 1732 h 872065"/>
                    <a:gd name="connsiteX19" fmla="*/ 683688 w 728932"/>
                    <a:gd name="connsiteY19" fmla="*/ 179066 h 872065"/>
                    <a:gd name="connsiteX20" fmla="*/ 559863 w 728932"/>
                    <a:gd name="connsiteY20" fmla="*/ 407666 h 872065"/>
                    <a:gd name="connsiteX21" fmla="*/ 728932 w 728932"/>
                    <a:gd name="connsiteY21" fmla="*/ 633885 h 872065"/>
                    <a:gd name="connsiteX22" fmla="*/ 433657 w 728932"/>
                    <a:gd name="connsiteY22" fmla="*/ 872010 h 872065"/>
                    <a:gd name="connsiteX23" fmla="*/ 433776 w 728932"/>
                    <a:gd name="connsiteY23" fmla="*/ 869628 h 872065"/>
                    <a:gd name="connsiteX24" fmla="*/ 174101 w 728932"/>
                    <a:gd name="connsiteY24" fmla="*/ 869628 h 872065"/>
                    <a:gd name="connsiteX25" fmla="*/ 127816 w 728932"/>
                    <a:gd name="connsiteY25" fmla="*/ 869628 h 872065"/>
                    <a:gd name="connsiteX26" fmla="*/ 0 w 728932"/>
                    <a:gd name="connsiteY26" fmla="*/ 869628 h 872065"/>
                    <a:gd name="connsiteX27" fmla="*/ 0 w 728932"/>
                    <a:gd name="connsiteY27" fmla="*/ 0 h 872065"/>
                    <a:gd name="connsiteX0" fmla="*/ 174101 w 728932"/>
                    <a:gd name="connsiteY0" fmla="*/ 488630 h 872065"/>
                    <a:gd name="connsiteX1" fmla="*/ 174101 w 728932"/>
                    <a:gd name="connsiteY1" fmla="*/ 728663 h 872065"/>
                    <a:gd name="connsiteX2" fmla="*/ 442406 w 728932"/>
                    <a:gd name="connsiteY2" fmla="*/ 728663 h 872065"/>
                    <a:gd name="connsiteX3" fmla="*/ 547956 w 728932"/>
                    <a:gd name="connsiteY3" fmla="*/ 612454 h 872065"/>
                    <a:gd name="connsiteX4" fmla="*/ 431276 w 728932"/>
                    <a:gd name="connsiteY4" fmla="*/ 493391 h 872065"/>
                    <a:gd name="connsiteX5" fmla="*/ 431276 w 728932"/>
                    <a:gd name="connsiteY5" fmla="*/ 488630 h 872065"/>
                    <a:gd name="connsiteX6" fmla="*/ 174101 w 728932"/>
                    <a:gd name="connsiteY6" fmla="*/ 488630 h 872065"/>
                    <a:gd name="connsiteX7" fmla="*/ 174101 w 728932"/>
                    <a:gd name="connsiteY7" fmla="*/ 140965 h 872065"/>
                    <a:gd name="connsiteX8" fmla="*/ 174101 w 728932"/>
                    <a:gd name="connsiteY8" fmla="*/ 347665 h 872065"/>
                    <a:gd name="connsiteX9" fmla="*/ 431276 w 728932"/>
                    <a:gd name="connsiteY9" fmla="*/ 347665 h 872065"/>
                    <a:gd name="connsiteX10" fmla="*/ 431276 w 728932"/>
                    <a:gd name="connsiteY10" fmla="*/ 345754 h 872065"/>
                    <a:gd name="connsiteX11" fmla="*/ 517000 w 728932"/>
                    <a:gd name="connsiteY11" fmla="*/ 243359 h 872065"/>
                    <a:gd name="connsiteX12" fmla="*/ 433656 w 728932"/>
                    <a:gd name="connsiteY12" fmla="*/ 148109 h 872065"/>
                    <a:gd name="connsiteX13" fmla="*/ 174101 w 728932"/>
                    <a:gd name="connsiteY13" fmla="*/ 140965 h 872065"/>
                    <a:gd name="connsiteX14" fmla="*/ 0 w 728932"/>
                    <a:gd name="connsiteY14" fmla="*/ 0 h 872065"/>
                    <a:gd name="connsiteX15" fmla="*/ 127816 w 728932"/>
                    <a:gd name="connsiteY15" fmla="*/ 0 h 872065"/>
                    <a:gd name="connsiteX16" fmla="*/ 174101 w 728932"/>
                    <a:gd name="connsiteY16" fmla="*/ 0 h 872065"/>
                    <a:gd name="connsiteX17" fmla="*/ 447945 w 728932"/>
                    <a:gd name="connsiteY17" fmla="*/ 0 h 872065"/>
                    <a:gd name="connsiteX18" fmla="*/ 447945 w 728932"/>
                    <a:gd name="connsiteY18" fmla="*/ 1732 h 872065"/>
                    <a:gd name="connsiteX19" fmla="*/ 683688 w 728932"/>
                    <a:gd name="connsiteY19" fmla="*/ 179066 h 872065"/>
                    <a:gd name="connsiteX20" fmla="*/ 559863 w 728932"/>
                    <a:gd name="connsiteY20" fmla="*/ 407666 h 872065"/>
                    <a:gd name="connsiteX21" fmla="*/ 728932 w 728932"/>
                    <a:gd name="connsiteY21" fmla="*/ 633885 h 872065"/>
                    <a:gd name="connsiteX22" fmla="*/ 433657 w 728932"/>
                    <a:gd name="connsiteY22" fmla="*/ 872010 h 872065"/>
                    <a:gd name="connsiteX23" fmla="*/ 433776 w 728932"/>
                    <a:gd name="connsiteY23" fmla="*/ 869628 h 872065"/>
                    <a:gd name="connsiteX24" fmla="*/ 174101 w 728932"/>
                    <a:gd name="connsiteY24" fmla="*/ 869628 h 872065"/>
                    <a:gd name="connsiteX25" fmla="*/ 127816 w 728932"/>
                    <a:gd name="connsiteY25" fmla="*/ 869628 h 872065"/>
                    <a:gd name="connsiteX26" fmla="*/ 0 w 728932"/>
                    <a:gd name="connsiteY26" fmla="*/ 869628 h 872065"/>
                    <a:gd name="connsiteX27" fmla="*/ 0 w 728932"/>
                    <a:gd name="connsiteY27" fmla="*/ 0 h 872065"/>
                    <a:gd name="connsiteX0" fmla="*/ 174101 w 728932"/>
                    <a:gd name="connsiteY0" fmla="*/ 488630 h 872065"/>
                    <a:gd name="connsiteX1" fmla="*/ 174101 w 728932"/>
                    <a:gd name="connsiteY1" fmla="*/ 728663 h 872065"/>
                    <a:gd name="connsiteX2" fmla="*/ 442406 w 728932"/>
                    <a:gd name="connsiteY2" fmla="*/ 728663 h 872065"/>
                    <a:gd name="connsiteX3" fmla="*/ 547956 w 728932"/>
                    <a:gd name="connsiteY3" fmla="*/ 612454 h 872065"/>
                    <a:gd name="connsiteX4" fmla="*/ 431276 w 728932"/>
                    <a:gd name="connsiteY4" fmla="*/ 493391 h 872065"/>
                    <a:gd name="connsiteX5" fmla="*/ 174101 w 728932"/>
                    <a:gd name="connsiteY5" fmla="*/ 488630 h 872065"/>
                    <a:gd name="connsiteX6" fmla="*/ 174101 w 728932"/>
                    <a:gd name="connsiteY6" fmla="*/ 140965 h 872065"/>
                    <a:gd name="connsiteX7" fmla="*/ 174101 w 728932"/>
                    <a:gd name="connsiteY7" fmla="*/ 347665 h 872065"/>
                    <a:gd name="connsiteX8" fmla="*/ 431276 w 728932"/>
                    <a:gd name="connsiteY8" fmla="*/ 347665 h 872065"/>
                    <a:gd name="connsiteX9" fmla="*/ 431276 w 728932"/>
                    <a:gd name="connsiteY9" fmla="*/ 345754 h 872065"/>
                    <a:gd name="connsiteX10" fmla="*/ 517000 w 728932"/>
                    <a:gd name="connsiteY10" fmla="*/ 243359 h 872065"/>
                    <a:gd name="connsiteX11" fmla="*/ 433656 w 728932"/>
                    <a:gd name="connsiteY11" fmla="*/ 148109 h 872065"/>
                    <a:gd name="connsiteX12" fmla="*/ 174101 w 728932"/>
                    <a:gd name="connsiteY12" fmla="*/ 140965 h 872065"/>
                    <a:gd name="connsiteX13" fmla="*/ 0 w 728932"/>
                    <a:gd name="connsiteY13" fmla="*/ 0 h 872065"/>
                    <a:gd name="connsiteX14" fmla="*/ 127816 w 728932"/>
                    <a:gd name="connsiteY14" fmla="*/ 0 h 872065"/>
                    <a:gd name="connsiteX15" fmla="*/ 174101 w 728932"/>
                    <a:gd name="connsiteY15" fmla="*/ 0 h 872065"/>
                    <a:gd name="connsiteX16" fmla="*/ 447945 w 728932"/>
                    <a:gd name="connsiteY16" fmla="*/ 0 h 872065"/>
                    <a:gd name="connsiteX17" fmla="*/ 447945 w 728932"/>
                    <a:gd name="connsiteY17" fmla="*/ 1732 h 872065"/>
                    <a:gd name="connsiteX18" fmla="*/ 683688 w 728932"/>
                    <a:gd name="connsiteY18" fmla="*/ 179066 h 872065"/>
                    <a:gd name="connsiteX19" fmla="*/ 559863 w 728932"/>
                    <a:gd name="connsiteY19" fmla="*/ 407666 h 872065"/>
                    <a:gd name="connsiteX20" fmla="*/ 728932 w 728932"/>
                    <a:gd name="connsiteY20" fmla="*/ 633885 h 872065"/>
                    <a:gd name="connsiteX21" fmla="*/ 433657 w 728932"/>
                    <a:gd name="connsiteY21" fmla="*/ 872010 h 872065"/>
                    <a:gd name="connsiteX22" fmla="*/ 433776 w 728932"/>
                    <a:gd name="connsiteY22" fmla="*/ 869628 h 872065"/>
                    <a:gd name="connsiteX23" fmla="*/ 174101 w 728932"/>
                    <a:gd name="connsiteY23" fmla="*/ 869628 h 872065"/>
                    <a:gd name="connsiteX24" fmla="*/ 127816 w 728932"/>
                    <a:gd name="connsiteY24" fmla="*/ 869628 h 872065"/>
                    <a:gd name="connsiteX25" fmla="*/ 0 w 728932"/>
                    <a:gd name="connsiteY25" fmla="*/ 869628 h 872065"/>
                    <a:gd name="connsiteX26" fmla="*/ 0 w 728932"/>
                    <a:gd name="connsiteY26" fmla="*/ 0 h 8720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28932" h="872065">
                      <a:moveTo>
                        <a:pt x="174101" y="488630"/>
                      </a:moveTo>
                      <a:lnTo>
                        <a:pt x="174101" y="728663"/>
                      </a:lnTo>
                      <a:lnTo>
                        <a:pt x="442406" y="728663"/>
                      </a:lnTo>
                      <a:cubicBezTo>
                        <a:pt x="511257" y="715167"/>
                        <a:pt x="549532" y="684907"/>
                        <a:pt x="547956" y="612454"/>
                      </a:cubicBezTo>
                      <a:cubicBezTo>
                        <a:pt x="543194" y="552923"/>
                        <a:pt x="538432" y="510060"/>
                        <a:pt x="431276" y="493391"/>
                      </a:cubicBezTo>
                      <a:lnTo>
                        <a:pt x="174101" y="488630"/>
                      </a:lnTo>
                      <a:close/>
                      <a:moveTo>
                        <a:pt x="174101" y="140965"/>
                      </a:moveTo>
                      <a:lnTo>
                        <a:pt x="174101" y="347665"/>
                      </a:lnTo>
                      <a:lnTo>
                        <a:pt x="431276" y="347665"/>
                      </a:lnTo>
                      <a:lnTo>
                        <a:pt x="431276" y="345754"/>
                      </a:lnTo>
                      <a:cubicBezTo>
                        <a:pt x="474139" y="322735"/>
                        <a:pt x="514619" y="311622"/>
                        <a:pt x="517000" y="243359"/>
                      </a:cubicBezTo>
                      <a:cubicBezTo>
                        <a:pt x="517000" y="202878"/>
                        <a:pt x="502713" y="157634"/>
                        <a:pt x="433656" y="148109"/>
                      </a:cubicBezTo>
                      <a:cubicBezTo>
                        <a:pt x="366981" y="140568"/>
                        <a:pt x="274510" y="141043"/>
                        <a:pt x="174101" y="140965"/>
                      </a:cubicBezTo>
                      <a:close/>
                      <a:moveTo>
                        <a:pt x="0" y="0"/>
                      </a:moveTo>
                      <a:lnTo>
                        <a:pt x="127816" y="0"/>
                      </a:lnTo>
                      <a:lnTo>
                        <a:pt x="174101" y="0"/>
                      </a:lnTo>
                      <a:lnTo>
                        <a:pt x="447945" y="0"/>
                      </a:lnTo>
                      <a:lnTo>
                        <a:pt x="447945" y="1732"/>
                      </a:lnTo>
                      <a:cubicBezTo>
                        <a:pt x="634795" y="8775"/>
                        <a:pt x="679801" y="148746"/>
                        <a:pt x="683688" y="179066"/>
                      </a:cubicBezTo>
                      <a:cubicBezTo>
                        <a:pt x="689245" y="333848"/>
                        <a:pt x="620981" y="374328"/>
                        <a:pt x="559863" y="407666"/>
                      </a:cubicBezTo>
                      <a:cubicBezTo>
                        <a:pt x="663844" y="433066"/>
                        <a:pt x="727345" y="515617"/>
                        <a:pt x="728932" y="633885"/>
                      </a:cubicBezTo>
                      <a:cubicBezTo>
                        <a:pt x="720200" y="800572"/>
                        <a:pt x="594788" y="874392"/>
                        <a:pt x="433657" y="872010"/>
                      </a:cubicBezTo>
                      <a:cubicBezTo>
                        <a:pt x="433697" y="871216"/>
                        <a:pt x="433736" y="870422"/>
                        <a:pt x="433776" y="869628"/>
                      </a:cubicBezTo>
                      <a:lnTo>
                        <a:pt x="174101" y="869628"/>
                      </a:lnTo>
                      <a:lnTo>
                        <a:pt x="127816" y="869628"/>
                      </a:lnTo>
                      <a:lnTo>
                        <a:pt x="0" y="8696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2" name="Group 138">
                <a:extLst>
                  <a:ext uri="{FF2B5EF4-FFF2-40B4-BE49-F238E27FC236}">
                    <a16:creationId xmlns:a16="http://schemas.microsoft.com/office/drawing/2014/main" id="{095E50F1-AB58-492D-BE89-F81EECBA67F6}"/>
                  </a:ext>
                </a:extLst>
              </p:cNvPr>
              <p:cNvGrpSpPr/>
              <p:nvPr/>
            </p:nvGrpSpPr>
            <p:grpSpPr>
              <a:xfrm>
                <a:off x="6690882" y="1037184"/>
                <a:ext cx="720080" cy="720080"/>
                <a:chOff x="6690882" y="1037184"/>
                <a:chExt cx="720080" cy="720080"/>
              </a:xfrm>
            </p:grpSpPr>
            <p:sp>
              <p:nvSpPr>
                <p:cNvPr id="15" name="Rectangle 141">
                  <a:extLst>
                    <a:ext uri="{FF2B5EF4-FFF2-40B4-BE49-F238E27FC236}">
                      <a16:creationId xmlns:a16="http://schemas.microsoft.com/office/drawing/2014/main" id="{55D77472-945B-4CD4-9BFB-6AE39DE21582}"/>
                    </a:ext>
                  </a:extLst>
                </p:cNvPr>
                <p:cNvSpPr/>
                <p:nvPr/>
              </p:nvSpPr>
              <p:spPr>
                <a:xfrm>
                  <a:off x="6690882" y="1037184"/>
                  <a:ext cx="720080" cy="72008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Block Arc 142">
                  <a:extLst>
                    <a:ext uri="{FF2B5EF4-FFF2-40B4-BE49-F238E27FC236}">
                      <a16:creationId xmlns:a16="http://schemas.microsoft.com/office/drawing/2014/main" id="{EB808376-764A-4682-A66B-5671B0F9A68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842201" y="1156272"/>
                  <a:ext cx="417443" cy="481904"/>
                </a:xfrm>
                <a:prstGeom prst="blockArc">
                  <a:avLst>
                    <a:gd name="adj1" fmla="val 1756726"/>
                    <a:gd name="adj2" fmla="val 19889488"/>
                    <a:gd name="adj3" fmla="val 22774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3" name="Round Same Side Corner Rectangle 51">
                <a:extLst>
                  <a:ext uri="{FF2B5EF4-FFF2-40B4-BE49-F238E27FC236}">
                    <a16:creationId xmlns:a16="http://schemas.microsoft.com/office/drawing/2014/main" id="{121AF52C-F9EC-441C-AD7E-59A6BA65E1AE}"/>
                  </a:ext>
                </a:extLst>
              </p:cNvPr>
              <p:cNvSpPr/>
              <p:nvPr/>
            </p:nvSpPr>
            <p:spPr>
              <a:xfrm rot="5400000">
                <a:off x="6852922" y="1652530"/>
                <a:ext cx="396000" cy="2520000"/>
              </a:xfrm>
              <a:custGeom>
                <a:avLst/>
                <a:gdLst/>
                <a:ahLst/>
                <a:cxnLst/>
                <a:rect l="l" t="t" r="r" b="b"/>
                <a:pathLst>
                  <a:path w="468002" h="2500353">
                    <a:moveTo>
                      <a:pt x="0" y="2500353"/>
                    </a:moveTo>
                    <a:lnTo>
                      <a:pt x="0" y="234001"/>
                    </a:lnTo>
                    <a:cubicBezTo>
                      <a:pt x="0" y="104766"/>
                      <a:pt x="104766" y="0"/>
                      <a:pt x="234001" y="0"/>
                    </a:cubicBezTo>
                    <a:cubicBezTo>
                      <a:pt x="363236" y="0"/>
                      <a:pt x="468002" y="104766"/>
                      <a:pt x="468002" y="234001"/>
                    </a:cubicBezTo>
                    <a:cubicBezTo>
                      <a:pt x="468002" y="989452"/>
                      <a:pt x="468001" y="1744902"/>
                      <a:pt x="468001" y="2500353"/>
                    </a:cubicBezTo>
                    <a:lnTo>
                      <a:pt x="467594" y="2500353"/>
                    </a:lnTo>
                    <a:cubicBezTo>
                      <a:pt x="429063" y="2409421"/>
                      <a:pt x="338980" y="2345641"/>
                      <a:pt x="234000" y="2345641"/>
                    </a:cubicBezTo>
                    <a:cubicBezTo>
                      <a:pt x="129020" y="2345641"/>
                      <a:pt x="38938" y="2409421"/>
                      <a:pt x="406" y="2500353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" name="Round Same Side Corner Rectangle 51">
                <a:extLst>
                  <a:ext uri="{FF2B5EF4-FFF2-40B4-BE49-F238E27FC236}">
                    <a16:creationId xmlns:a16="http://schemas.microsoft.com/office/drawing/2014/main" id="{DFB0DDBC-A95A-41FD-B573-ED86E7BB3AC9}"/>
                  </a:ext>
                </a:extLst>
              </p:cNvPr>
              <p:cNvSpPr/>
              <p:nvPr/>
            </p:nvSpPr>
            <p:spPr>
              <a:xfrm rot="16200000">
                <a:off x="6852922" y="2167123"/>
                <a:ext cx="396000" cy="2520000"/>
              </a:xfrm>
              <a:custGeom>
                <a:avLst/>
                <a:gdLst/>
                <a:ahLst/>
                <a:cxnLst/>
                <a:rect l="l" t="t" r="r" b="b"/>
                <a:pathLst>
                  <a:path w="468002" h="2500353">
                    <a:moveTo>
                      <a:pt x="0" y="2500353"/>
                    </a:moveTo>
                    <a:lnTo>
                      <a:pt x="0" y="234001"/>
                    </a:lnTo>
                    <a:cubicBezTo>
                      <a:pt x="0" y="104766"/>
                      <a:pt x="104766" y="0"/>
                      <a:pt x="234001" y="0"/>
                    </a:cubicBezTo>
                    <a:cubicBezTo>
                      <a:pt x="363236" y="0"/>
                      <a:pt x="468002" y="104766"/>
                      <a:pt x="468002" y="234001"/>
                    </a:cubicBezTo>
                    <a:cubicBezTo>
                      <a:pt x="468002" y="989452"/>
                      <a:pt x="468001" y="1744902"/>
                      <a:pt x="468001" y="2500353"/>
                    </a:cubicBezTo>
                    <a:lnTo>
                      <a:pt x="467594" y="2500353"/>
                    </a:lnTo>
                    <a:cubicBezTo>
                      <a:pt x="429063" y="2409421"/>
                      <a:pt x="338980" y="2345641"/>
                      <a:pt x="234000" y="2345641"/>
                    </a:cubicBezTo>
                    <a:cubicBezTo>
                      <a:pt x="129020" y="2345641"/>
                      <a:pt x="38938" y="2409421"/>
                      <a:pt x="406" y="2500353"/>
                    </a:cubicBez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1759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 userDrawn="1"/>
        </p:nvSpPr>
        <p:spPr>
          <a:xfrm>
            <a:off x="899592" y="1303724"/>
            <a:ext cx="2520000" cy="25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1547944" y="1303724"/>
            <a:ext cx="2520000" cy="252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809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719064" y="1651418"/>
            <a:ext cx="2411840" cy="179341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3365613" y="1651418"/>
            <a:ext cx="2411840" cy="179341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012161" y="1651418"/>
            <a:ext cx="2411840" cy="179341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A6407BF-D764-4F3C-882C-7AA41FCCEA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505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2555776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555776" y="0"/>
            <a:ext cx="6588224" cy="25717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44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4572000" cy="25717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572000" y="2571750"/>
            <a:ext cx="4572000" cy="25717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6265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182700" y="0"/>
            <a:ext cx="4248472" cy="185167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182700" y="3291830"/>
            <a:ext cx="4248472" cy="185167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182699" y="1851670"/>
            <a:ext cx="4259041" cy="1454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9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717858" y="1275606"/>
            <a:ext cx="2448545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0" y="25735"/>
            <a:ext cx="9144000" cy="776530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3339542" y="1275606"/>
            <a:ext cx="2448273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60954" y="1275606"/>
            <a:ext cx="2448273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6700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1167594"/>
            <a:ext cx="2880000" cy="280831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6264000" y="0"/>
            <a:ext cx="2880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9703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720000" y="540000"/>
            <a:ext cx="2484000" cy="40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26807" y="540000"/>
            <a:ext cx="2484704" cy="406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323403" y="540000"/>
            <a:ext cx="2484000" cy="406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304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4564685" y="0"/>
            <a:ext cx="4579315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3556573" y="832001"/>
            <a:ext cx="2016224" cy="3482571"/>
            <a:chOff x="2627784" y="1825002"/>
            <a:chExt cx="1198166" cy="2069560"/>
          </a:xfrm>
        </p:grpSpPr>
        <p:sp>
          <p:nvSpPr>
            <p:cNvPr id="5" name="Rounded Rectangle 4"/>
            <p:cNvSpPr/>
            <p:nvPr/>
          </p:nvSpPr>
          <p:spPr>
            <a:xfrm>
              <a:off x="2627784" y="1825002"/>
              <a:ext cx="1198166" cy="206956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155241" y="1922844"/>
              <a:ext cx="143251" cy="27666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3168829" y="3704452"/>
              <a:ext cx="116076" cy="127684"/>
              <a:chOff x="2453209" y="5151638"/>
              <a:chExt cx="191820" cy="211002"/>
            </a:xfrm>
          </p:grpSpPr>
          <p:sp>
            <p:nvSpPr>
              <p:cNvPr id="10" name="Oval 9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Rounded Rectangle 10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677198" y="1115645"/>
            <a:ext cx="1774974" cy="27987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62740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1239541"/>
            <a:ext cx="9144000" cy="336395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766153"/>
            <a:ext cx="4217146" cy="2310733"/>
          </a:xfrm>
          <a:prstGeom prst="rect">
            <a:avLst/>
          </a:prstGeom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15416" y="1859201"/>
            <a:ext cx="2772000" cy="19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FB63C-5800-4111-92B0-B9CD0BCBE5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67028"/>
            <a:ext cx="9144000" cy="776530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Images &amp; 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8516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 userDrawn="1"/>
        </p:nvGrpSpPr>
        <p:grpSpPr>
          <a:xfrm>
            <a:off x="539552" y="1331976"/>
            <a:ext cx="1852788" cy="3200273"/>
            <a:chOff x="2627784" y="1825002"/>
            <a:chExt cx="1198166" cy="2069560"/>
          </a:xfrm>
        </p:grpSpPr>
        <p:sp>
          <p:nvSpPr>
            <p:cNvPr id="18" name="Rounded Rectangle 17"/>
            <p:cNvSpPr/>
            <p:nvPr/>
          </p:nvSpPr>
          <p:spPr>
            <a:xfrm>
              <a:off x="2627784" y="1825002"/>
              <a:ext cx="1198166" cy="206956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155241" y="1922844"/>
              <a:ext cx="143251" cy="27666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3168829" y="3704452"/>
              <a:ext cx="116076" cy="127684"/>
              <a:chOff x="2453209" y="5151638"/>
              <a:chExt cx="191820" cy="211002"/>
            </a:xfrm>
          </p:grpSpPr>
          <p:sp>
            <p:nvSpPr>
              <p:cNvPr id="21" name="Oval 20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Rounded Rectangle 21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3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660177" y="1646164"/>
            <a:ext cx="1030277" cy="25718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1690454" y="1221920"/>
            <a:ext cx="1980221" cy="3420385"/>
            <a:chOff x="2627784" y="1825002"/>
            <a:chExt cx="1198166" cy="2069560"/>
          </a:xfrm>
        </p:grpSpPr>
        <p:sp>
          <p:nvSpPr>
            <p:cNvPr id="11" name="Rounded Rectangle 10"/>
            <p:cNvSpPr/>
            <p:nvPr/>
          </p:nvSpPr>
          <p:spPr>
            <a:xfrm>
              <a:off x="2627784" y="1825002"/>
              <a:ext cx="1198166" cy="206956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155241" y="1922844"/>
              <a:ext cx="143251" cy="27666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3168829" y="3704452"/>
              <a:ext cx="116076" cy="127684"/>
              <a:chOff x="2453209" y="5151638"/>
              <a:chExt cx="191820" cy="211002"/>
            </a:xfrm>
          </p:grpSpPr>
          <p:sp>
            <p:nvSpPr>
              <p:cNvPr id="14" name="Oval 13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Rounded Rectangle 14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811099" y="1544792"/>
            <a:ext cx="1743279" cy="27487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4481C05-B01C-4D49-8033-5D0490F682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67028"/>
            <a:ext cx="9144000" cy="776530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Images &amp; 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12905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9076777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2" name="Rounded Rectangle 11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lt"/>
            </a:endParaRPr>
          </a:p>
        </p:txBody>
      </p:sp>
      <p:sp>
        <p:nvSpPr>
          <p:cNvPr id="15" name="Rounded Rectangle 14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6" name="Half Frame 15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2570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 userDrawn="1"/>
        </p:nvSpPr>
        <p:spPr>
          <a:xfrm>
            <a:off x="1" y="889772"/>
            <a:ext cx="9144000" cy="336395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665156" y="2091331"/>
            <a:ext cx="5472608" cy="54207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3600" b="1" baseline="0">
                <a:solidFill>
                  <a:schemeClr val="tx1"/>
                </a:solidFill>
                <a:effectLst/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SECTION BREAK</a:t>
            </a:r>
            <a:endParaRPr lang="ko-KR" altLang="en-US" dirty="0"/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665156" y="2640899"/>
            <a:ext cx="5472608" cy="276687"/>
          </a:xfrm>
          <a:prstGeom prst="rect">
            <a:avLst/>
          </a:prstGeom>
        </p:spPr>
        <p:txBody>
          <a:bodyPr lIns="108000" anchor="ctr"/>
          <a:lstStyle>
            <a:lvl1pPr marL="0" indent="0" algn="l">
              <a:buNone/>
              <a:defRPr sz="1400" baseline="0">
                <a:solidFill>
                  <a:schemeClr val="tx1"/>
                </a:solidFill>
                <a:effectLst/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Add text</a:t>
            </a:r>
            <a:endParaRPr lang="ko-KR" altLang="en-US" dirty="0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1410728" y="1571507"/>
            <a:ext cx="1895276" cy="2008355"/>
            <a:chOff x="5304922" y="1037184"/>
            <a:chExt cx="3492000" cy="3700344"/>
          </a:xfrm>
        </p:grpSpPr>
        <p:grpSp>
          <p:nvGrpSpPr>
            <p:cNvPr id="5" name="Group 4"/>
            <p:cNvGrpSpPr/>
            <p:nvPr/>
          </p:nvGrpSpPr>
          <p:grpSpPr>
            <a:xfrm>
              <a:off x="5304922" y="3743716"/>
              <a:ext cx="3492000" cy="437610"/>
              <a:chOff x="1709238" y="4209096"/>
              <a:chExt cx="3492000" cy="437610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1709238" y="4214706"/>
                <a:ext cx="3492000" cy="432000"/>
              </a:xfrm>
              <a:prstGeom prst="rect">
                <a:avLst/>
              </a:prstGeom>
              <a:solidFill>
                <a:schemeClr val="accent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2" name="Group 31"/>
              <p:cNvGrpSpPr/>
              <p:nvPr/>
            </p:nvGrpSpPr>
            <p:grpSpPr>
              <a:xfrm>
                <a:off x="2078720" y="4209096"/>
                <a:ext cx="469833" cy="432000"/>
                <a:chOff x="2078720" y="4209096"/>
                <a:chExt cx="469833" cy="432000"/>
              </a:xfrm>
            </p:grpSpPr>
            <p:sp>
              <p:nvSpPr>
                <p:cNvPr id="40" name="Rectangle 39"/>
                <p:cNvSpPr/>
                <p:nvPr/>
              </p:nvSpPr>
              <p:spPr>
                <a:xfrm>
                  <a:off x="2078720" y="4209096"/>
                  <a:ext cx="54000" cy="43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Rectangle 40"/>
                <p:cNvSpPr/>
                <p:nvPr/>
              </p:nvSpPr>
              <p:spPr>
                <a:xfrm>
                  <a:off x="2217331" y="4209096"/>
                  <a:ext cx="54000" cy="43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>
                  <a:off x="2355942" y="4209096"/>
                  <a:ext cx="54000" cy="43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3" name="Rectangle 42"/>
                <p:cNvSpPr/>
                <p:nvPr/>
              </p:nvSpPr>
              <p:spPr>
                <a:xfrm>
                  <a:off x="2494553" y="4209096"/>
                  <a:ext cx="54000" cy="43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3" name="Group 32"/>
              <p:cNvGrpSpPr/>
              <p:nvPr/>
            </p:nvGrpSpPr>
            <p:grpSpPr>
              <a:xfrm>
                <a:off x="4098293" y="4384000"/>
                <a:ext cx="900965" cy="82800"/>
                <a:chOff x="4098293" y="4384000"/>
                <a:chExt cx="900965" cy="82800"/>
              </a:xfrm>
            </p:grpSpPr>
            <p:sp>
              <p:nvSpPr>
                <p:cNvPr id="34" name="Rectangle 33"/>
                <p:cNvSpPr/>
                <p:nvPr/>
              </p:nvSpPr>
              <p:spPr>
                <a:xfrm>
                  <a:off x="4098293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4260486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4422679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4584872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4747065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4909258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6" name="Group 5"/>
            <p:cNvGrpSpPr/>
            <p:nvPr/>
          </p:nvGrpSpPr>
          <p:grpSpPr>
            <a:xfrm flipH="1">
              <a:off x="5304922" y="4299918"/>
              <a:ext cx="3492000" cy="437610"/>
              <a:chOff x="1709238" y="4209096"/>
              <a:chExt cx="3492000" cy="437610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1709238" y="4214706"/>
                <a:ext cx="3492000" cy="432000"/>
              </a:xfrm>
              <a:prstGeom prst="rect">
                <a:avLst/>
              </a:prstGeom>
              <a:solidFill>
                <a:schemeClr val="accent2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9" name="Group 18"/>
              <p:cNvGrpSpPr/>
              <p:nvPr/>
            </p:nvGrpSpPr>
            <p:grpSpPr>
              <a:xfrm>
                <a:off x="2078720" y="4209096"/>
                <a:ext cx="469833" cy="432000"/>
                <a:chOff x="2078720" y="4209096"/>
                <a:chExt cx="469833" cy="432000"/>
              </a:xfrm>
            </p:grpSpPr>
            <p:sp>
              <p:nvSpPr>
                <p:cNvPr id="27" name="Rectangle 26"/>
                <p:cNvSpPr/>
                <p:nvPr/>
              </p:nvSpPr>
              <p:spPr>
                <a:xfrm>
                  <a:off x="2078720" y="4209096"/>
                  <a:ext cx="54000" cy="43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" name="Rectangle 27"/>
                <p:cNvSpPr/>
                <p:nvPr/>
              </p:nvSpPr>
              <p:spPr>
                <a:xfrm>
                  <a:off x="2217331" y="4209096"/>
                  <a:ext cx="54000" cy="43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2355942" y="4209096"/>
                  <a:ext cx="54000" cy="43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" name="Rectangle 29"/>
                <p:cNvSpPr/>
                <p:nvPr/>
              </p:nvSpPr>
              <p:spPr>
                <a:xfrm>
                  <a:off x="2494553" y="4209096"/>
                  <a:ext cx="54000" cy="4320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0" name="Group 19"/>
              <p:cNvGrpSpPr/>
              <p:nvPr/>
            </p:nvGrpSpPr>
            <p:grpSpPr>
              <a:xfrm>
                <a:off x="4098293" y="4384000"/>
                <a:ext cx="900965" cy="82800"/>
                <a:chOff x="4098293" y="4384000"/>
                <a:chExt cx="900965" cy="82800"/>
              </a:xfrm>
            </p:grpSpPr>
            <p:sp>
              <p:nvSpPr>
                <p:cNvPr id="21" name="Rectangle 20"/>
                <p:cNvSpPr/>
                <p:nvPr/>
              </p:nvSpPr>
              <p:spPr>
                <a:xfrm>
                  <a:off x="4098293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" name="Rectangle 21"/>
                <p:cNvSpPr/>
                <p:nvPr/>
              </p:nvSpPr>
              <p:spPr>
                <a:xfrm>
                  <a:off x="4260486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" name="Rectangle 22"/>
                <p:cNvSpPr/>
                <p:nvPr/>
              </p:nvSpPr>
              <p:spPr>
                <a:xfrm>
                  <a:off x="4422679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" name="Rectangle 23"/>
                <p:cNvSpPr/>
                <p:nvPr/>
              </p:nvSpPr>
              <p:spPr>
                <a:xfrm>
                  <a:off x="4584872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" name="Rectangle 24"/>
                <p:cNvSpPr/>
                <p:nvPr/>
              </p:nvSpPr>
              <p:spPr>
                <a:xfrm>
                  <a:off x="4747065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" name="Rectangle 25"/>
                <p:cNvSpPr/>
                <p:nvPr/>
              </p:nvSpPr>
              <p:spPr>
                <a:xfrm>
                  <a:off x="4909258" y="4384000"/>
                  <a:ext cx="90000" cy="828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7" name="Group 6"/>
            <p:cNvGrpSpPr/>
            <p:nvPr/>
          </p:nvGrpSpPr>
          <p:grpSpPr>
            <a:xfrm>
              <a:off x="6272654" y="1875857"/>
              <a:ext cx="720080" cy="720080"/>
              <a:chOff x="6272654" y="1875857"/>
              <a:chExt cx="720080" cy="720080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6272654" y="1875857"/>
                <a:ext cx="720080" cy="720080"/>
              </a:xfrm>
              <a:prstGeom prst="rect">
                <a:avLst/>
              </a:prstGeom>
              <a:solidFill>
                <a:schemeClr val="accent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Parallelogram 5"/>
              <p:cNvSpPr>
                <a:spLocks/>
              </p:cNvSpPr>
              <p:nvPr/>
            </p:nvSpPr>
            <p:spPr>
              <a:xfrm>
                <a:off x="6391715" y="1978487"/>
                <a:ext cx="481958" cy="481904"/>
              </a:xfrm>
              <a:custGeom>
                <a:avLst/>
                <a:gdLst/>
                <a:ahLst/>
                <a:cxnLst/>
                <a:rect l="l" t="t" r="r" b="b"/>
                <a:pathLst>
                  <a:path w="848270" h="868857">
                    <a:moveTo>
                      <a:pt x="424135" y="189887"/>
                    </a:moveTo>
                    <a:lnTo>
                      <a:pt x="297766" y="526729"/>
                    </a:lnTo>
                    <a:lnTo>
                      <a:pt x="550505" y="526729"/>
                    </a:lnTo>
                    <a:close/>
                    <a:moveTo>
                      <a:pt x="325960" y="0"/>
                    </a:moveTo>
                    <a:lnTo>
                      <a:pt x="352897" y="0"/>
                    </a:lnTo>
                    <a:lnTo>
                      <a:pt x="495373" y="0"/>
                    </a:lnTo>
                    <a:lnTo>
                      <a:pt x="522310" y="0"/>
                    </a:lnTo>
                    <a:lnTo>
                      <a:pt x="848270" y="868857"/>
                    </a:lnTo>
                    <a:lnTo>
                      <a:pt x="678857" y="868857"/>
                    </a:lnTo>
                    <a:lnTo>
                      <a:pt x="604960" y="671883"/>
                    </a:lnTo>
                    <a:lnTo>
                      <a:pt x="243310" y="671883"/>
                    </a:lnTo>
                    <a:lnTo>
                      <a:pt x="169413" y="868857"/>
                    </a:lnTo>
                    <a:lnTo>
                      <a:pt x="0" y="868857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7109110" y="1875857"/>
              <a:ext cx="720080" cy="720080"/>
              <a:chOff x="7109110" y="1875857"/>
              <a:chExt cx="720080" cy="720080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7109110" y="1875857"/>
                <a:ext cx="720080" cy="720080"/>
              </a:xfrm>
              <a:prstGeom prst="rect">
                <a:avLst/>
              </a:prstGeom>
              <a:solidFill>
                <a:schemeClr val="accent2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Rectangle 9"/>
              <p:cNvSpPr>
                <a:spLocks noChangeAspect="1"/>
              </p:cNvSpPr>
              <p:nvPr/>
            </p:nvSpPr>
            <p:spPr>
              <a:xfrm>
                <a:off x="7267746" y="1994945"/>
                <a:ext cx="402809" cy="481904"/>
              </a:xfrm>
              <a:custGeom>
                <a:avLst/>
                <a:gdLst>
                  <a:gd name="connsiteX0" fmla="*/ 174101 w 728932"/>
                  <a:gd name="connsiteY0" fmla="*/ 488630 h 872065"/>
                  <a:gd name="connsiteX1" fmla="*/ 174101 w 728932"/>
                  <a:gd name="connsiteY1" fmla="*/ 728663 h 872065"/>
                  <a:gd name="connsiteX2" fmla="*/ 442406 w 728932"/>
                  <a:gd name="connsiteY2" fmla="*/ 728663 h 872065"/>
                  <a:gd name="connsiteX3" fmla="*/ 547956 w 728932"/>
                  <a:gd name="connsiteY3" fmla="*/ 612454 h 872065"/>
                  <a:gd name="connsiteX4" fmla="*/ 431276 w 728932"/>
                  <a:gd name="connsiteY4" fmla="*/ 493391 h 872065"/>
                  <a:gd name="connsiteX5" fmla="*/ 431276 w 728932"/>
                  <a:gd name="connsiteY5" fmla="*/ 488630 h 872065"/>
                  <a:gd name="connsiteX6" fmla="*/ 174101 w 728932"/>
                  <a:gd name="connsiteY6" fmla="*/ 488630 h 872065"/>
                  <a:gd name="connsiteX7" fmla="*/ 174101 w 728932"/>
                  <a:gd name="connsiteY7" fmla="*/ 140965 h 872065"/>
                  <a:gd name="connsiteX8" fmla="*/ 174101 w 728932"/>
                  <a:gd name="connsiteY8" fmla="*/ 347665 h 872065"/>
                  <a:gd name="connsiteX9" fmla="*/ 431276 w 728932"/>
                  <a:gd name="connsiteY9" fmla="*/ 347665 h 872065"/>
                  <a:gd name="connsiteX10" fmla="*/ 431276 w 728932"/>
                  <a:gd name="connsiteY10" fmla="*/ 345754 h 872065"/>
                  <a:gd name="connsiteX11" fmla="*/ 517000 w 728932"/>
                  <a:gd name="connsiteY11" fmla="*/ 243359 h 872065"/>
                  <a:gd name="connsiteX12" fmla="*/ 433656 w 728932"/>
                  <a:gd name="connsiteY12" fmla="*/ 148109 h 872065"/>
                  <a:gd name="connsiteX13" fmla="*/ 174101 w 728932"/>
                  <a:gd name="connsiteY13" fmla="*/ 140965 h 872065"/>
                  <a:gd name="connsiteX14" fmla="*/ 0 w 728932"/>
                  <a:gd name="connsiteY14" fmla="*/ 0 h 872065"/>
                  <a:gd name="connsiteX15" fmla="*/ 127816 w 728932"/>
                  <a:gd name="connsiteY15" fmla="*/ 0 h 872065"/>
                  <a:gd name="connsiteX16" fmla="*/ 174101 w 728932"/>
                  <a:gd name="connsiteY16" fmla="*/ 0 h 872065"/>
                  <a:gd name="connsiteX17" fmla="*/ 447945 w 728932"/>
                  <a:gd name="connsiteY17" fmla="*/ 0 h 872065"/>
                  <a:gd name="connsiteX18" fmla="*/ 447945 w 728932"/>
                  <a:gd name="connsiteY18" fmla="*/ 1732 h 872065"/>
                  <a:gd name="connsiteX19" fmla="*/ 683688 w 728932"/>
                  <a:gd name="connsiteY19" fmla="*/ 179066 h 872065"/>
                  <a:gd name="connsiteX20" fmla="*/ 559863 w 728932"/>
                  <a:gd name="connsiteY20" fmla="*/ 407666 h 872065"/>
                  <a:gd name="connsiteX21" fmla="*/ 728932 w 728932"/>
                  <a:gd name="connsiteY21" fmla="*/ 633885 h 872065"/>
                  <a:gd name="connsiteX22" fmla="*/ 433657 w 728932"/>
                  <a:gd name="connsiteY22" fmla="*/ 872010 h 872065"/>
                  <a:gd name="connsiteX23" fmla="*/ 433776 w 728932"/>
                  <a:gd name="connsiteY23" fmla="*/ 869628 h 872065"/>
                  <a:gd name="connsiteX24" fmla="*/ 174101 w 728932"/>
                  <a:gd name="connsiteY24" fmla="*/ 869628 h 872065"/>
                  <a:gd name="connsiteX25" fmla="*/ 127816 w 728932"/>
                  <a:gd name="connsiteY25" fmla="*/ 869628 h 872065"/>
                  <a:gd name="connsiteX26" fmla="*/ 0 w 728932"/>
                  <a:gd name="connsiteY26" fmla="*/ 869628 h 872065"/>
                  <a:gd name="connsiteX27" fmla="*/ 0 w 728932"/>
                  <a:gd name="connsiteY27" fmla="*/ 0 h 872065"/>
                  <a:gd name="connsiteX0" fmla="*/ 174101 w 728932"/>
                  <a:gd name="connsiteY0" fmla="*/ 488630 h 872065"/>
                  <a:gd name="connsiteX1" fmla="*/ 174101 w 728932"/>
                  <a:gd name="connsiteY1" fmla="*/ 728663 h 872065"/>
                  <a:gd name="connsiteX2" fmla="*/ 442406 w 728932"/>
                  <a:gd name="connsiteY2" fmla="*/ 728663 h 872065"/>
                  <a:gd name="connsiteX3" fmla="*/ 547956 w 728932"/>
                  <a:gd name="connsiteY3" fmla="*/ 612454 h 872065"/>
                  <a:gd name="connsiteX4" fmla="*/ 431276 w 728932"/>
                  <a:gd name="connsiteY4" fmla="*/ 493391 h 872065"/>
                  <a:gd name="connsiteX5" fmla="*/ 431276 w 728932"/>
                  <a:gd name="connsiteY5" fmla="*/ 488630 h 872065"/>
                  <a:gd name="connsiteX6" fmla="*/ 174101 w 728932"/>
                  <a:gd name="connsiteY6" fmla="*/ 488630 h 872065"/>
                  <a:gd name="connsiteX7" fmla="*/ 174101 w 728932"/>
                  <a:gd name="connsiteY7" fmla="*/ 140965 h 872065"/>
                  <a:gd name="connsiteX8" fmla="*/ 174101 w 728932"/>
                  <a:gd name="connsiteY8" fmla="*/ 347665 h 872065"/>
                  <a:gd name="connsiteX9" fmla="*/ 431276 w 728932"/>
                  <a:gd name="connsiteY9" fmla="*/ 347665 h 872065"/>
                  <a:gd name="connsiteX10" fmla="*/ 431276 w 728932"/>
                  <a:gd name="connsiteY10" fmla="*/ 345754 h 872065"/>
                  <a:gd name="connsiteX11" fmla="*/ 517000 w 728932"/>
                  <a:gd name="connsiteY11" fmla="*/ 243359 h 872065"/>
                  <a:gd name="connsiteX12" fmla="*/ 433656 w 728932"/>
                  <a:gd name="connsiteY12" fmla="*/ 148109 h 872065"/>
                  <a:gd name="connsiteX13" fmla="*/ 174101 w 728932"/>
                  <a:gd name="connsiteY13" fmla="*/ 140965 h 872065"/>
                  <a:gd name="connsiteX14" fmla="*/ 0 w 728932"/>
                  <a:gd name="connsiteY14" fmla="*/ 0 h 872065"/>
                  <a:gd name="connsiteX15" fmla="*/ 127816 w 728932"/>
                  <a:gd name="connsiteY15" fmla="*/ 0 h 872065"/>
                  <a:gd name="connsiteX16" fmla="*/ 174101 w 728932"/>
                  <a:gd name="connsiteY16" fmla="*/ 0 h 872065"/>
                  <a:gd name="connsiteX17" fmla="*/ 447945 w 728932"/>
                  <a:gd name="connsiteY17" fmla="*/ 0 h 872065"/>
                  <a:gd name="connsiteX18" fmla="*/ 447945 w 728932"/>
                  <a:gd name="connsiteY18" fmla="*/ 1732 h 872065"/>
                  <a:gd name="connsiteX19" fmla="*/ 683688 w 728932"/>
                  <a:gd name="connsiteY19" fmla="*/ 179066 h 872065"/>
                  <a:gd name="connsiteX20" fmla="*/ 559863 w 728932"/>
                  <a:gd name="connsiteY20" fmla="*/ 407666 h 872065"/>
                  <a:gd name="connsiteX21" fmla="*/ 728932 w 728932"/>
                  <a:gd name="connsiteY21" fmla="*/ 633885 h 872065"/>
                  <a:gd name="connsiteX22" fmla="*/ 433657 w 728932"/>
                  <a:gd name="connsiteY22" fmla="*/ 872010 h 872065"/>
                  <a:gd name="connsiteX23" fmla="*/ 433776 w 728932"/>
                  <a:gd name="connsiteY23" fmla="*/ 869628 h 872065"/>
                  <a:gd name="connsiteX24" fmla="*/ 174101 w 728932"/>
                  <a:gd name="connsiteY24" fmla="*/ 869628 h 872065"/>
                  <a:gd name="connsiteX25" fmla="*/ 127816 w 728932"/>
                  <a:gd name="connsiteY25" fmla="*/ 869628 h 872065"/>
                  <a:gd name="connsiteX26" fmla="*/ 0 w 728932"/>
                  <a:gd name="connsiteY26" fmla="*/ 869628 h 872065"/>
                  <a:gd name="connsiteX27" fmla="*/ 0 w 728932"/>
                  <a:gd name="connsiteY27" fmla="*/ 0 h 872065"/>
                  <a:gd name="connsiteX0" fmla="*/ 174101 w 728932"/>
                  <a:gd name="connsiteY0" fmla="*/ 488630 h 872065"/>
                  <a:gd name="connsiteX1" fmla="*/ 174101 w 728932"/>
                  <a:gd name="connsiteY1" fmla="*/ 728663 h 872065"/>
                  <a:gd name="connsiteX2" fmla="*/ 442406 w 728932"/>
                  <a:gd name="connsiteY2" fmla="*/ 728663 h 872065"/>
                  <a:gd name="connsiteX3" fmla="*/ 547956 w 728932"/>
                  <a:gd name="connsiteY3" fmla="*/ 612454 h 872065"/>
                  <a:gd name="connsiteX4" fmla="*/ 431276 w 728932"/>
                  <a:gd name="connsiteY4" fmla="*/ 493391 h 872065"/>
                  <a:gd name="connsiteX5" fmla="*/ 431276 w 728932"/>
                  <a:gd name="connsiteY5" fmla="*/ 488630 h 872065"/>
                  <a:gd name="connsiteX6" fmla="*/ 174101 w 728932"/>
                  <a:gd name="connsiteY6" fmla="*/ 488630 h 872065"/>
                  <a:gd name="connsiteX7" fmla="*/ 174101 w 728932"/>
                  <a:gd name="connsiteY7" fmla="*/ 140965 h 872065"/>
                  <a:gd name="connsiteX8" fmla="*/ 174101 w 728932"/>
                  <a:gd name="connsiteY8" fmla="*/ 347665 h 872065"/>
                  <a:gd name="connsiteX9" fmla="*/ 431276 w 728932"/>
                  <a:gd name="connsiteY9" fmla="*/ 347665 h 872065"/>
                  <a:gd name="connsiteX10" fmla="*/ 431276 w 728932"/>
                  <a:gd name="connsiteY10" fmla="*/ 345754 h 872065"/>
                  <a:gd name="connsiteX11" fmla="*/ 517000 w 728932"/>
                  <a:gd name="connsiteY11" fmla="*/ 243359 h 872065"/>
                  <a:gd name="connsiteX12" fmla="*/ 433656 w 728932"/>
                  <a:gd name="connsiteY12" fmla="*/ 148109 h 872065"/>
                  <a:gd name="connsiteX13" fmla="*/ 174101 w 728932"/>
                  <a:gd name="connsiteY13" fmla="*/ 140965 h 872065"/>
                  <a:gd name="connsiteX14" fmla="*/ 0 w 728932"/>
                  <a:gd name="connsiteY14" fmla="*/ 0 h 872065"/>
                  <a:gd name="connsiteX15" fmla="*/ 127816 w 728932"/>
                  <a:gd name="connsiteY15" fmla="*/ 0 h 872065"/>
                  <a:gd name="connsiteX16" fmla="*/ 174101 w 728932"/>
                  <a:gd name="connsiteY16" fmla="*/ 0 h 872065"/>
                  <a:gd name="connsiteX17" fmla="*/ 447945 w 728932"/>
                  <a:gd name="connsiteY17" fmla="*/ 0 h 872065"/>
                  <a:gd name="connsiteX18" fmla="*/ 447945 w 728932"/>
                  <a:gd name="connsiteY18" fmla="*/ 1732 h 872065"/>
                  <a:gd name="connsiteX19" fmla="*/ 683688 w 728932"/>
                  <a:gd name="connsiteY19" fmla="*/ 179066 h 872065"/>
                  <a:gd name="connsiteX20" fmla="*/ 559863 w 728932"/>
                  <a:gd name="connsiteY20" fmla="*/ 407666 h 872065"/>
                  <a:gd name="connsiteX21" fmla="*/ 728932 w 728932"/>
                  <a:gd name="connsiteY21" fmla="*/ 633885 h 872065"/>
                  <a:gd name="connsiteX22" fmla="*/ 433657 w 728932"/>
                  <a:gd name="connsiteY22" fmla="*/ 872010 h 872065"/>
                  <a:gd name="connsiteX23" fmla="*/ 433776 w 728932"/>
                  <a:gd name="connsiteY23" fmla="*/ 869628 h 872065"/>
                  <a:gd name="connsiteX24" fmla="*/ 174101 w 728932"/>
                  <a:gd name="connsiteY24" fmla="*/ 869628 h 872065"/>
                  <a:gd name="connsiteX25" fmla="*/ 127816 w 728932"/>
                  <a:gd name="connsiteY25" fmla="*/ 869628 h 872065"/>
                  <a:gd name="connsiteX26" fmla="*/ 0 w 728932"/>
                  <a:gd name="connsiteY26" fmla="*/ 869628 h 872065"/>
                  <a:gd name="connsiteX27" fmla="*/ 0 w 728932"/>
                  <a:gd name="connsiteY27" fmla="*/ 0 h 872065"/>
                  <a:gd name="connsiteX0" fmla="*/ 174101 w 728932"/>
                  <a:gd name="connsiteY0" fmla="*/ 488630 h 872065"/>
                  <a:gd name="connsiteX1" fmla="*/ 174101 w 728932"/>
                  <a:gd name="connsiteY1" fmla="*/ 728663 h 872065"/>
                  <a:gd name="connsiteX2" fmla="*/ 442406 w 728932"/>
                  <a:gd name="connsiteY2" fmla="*/ 728663 h 872065"/>
                  <a:gd name="connsiteX3" fmla="*/ 547956 w 728932"/>
                  <a:gd name="connsiteY3" fmla="*/ 612454 h 872065"/>
                  <a:gd name="connsiteX4" fmla="*/ 431276 w 728932"/>
                  <a:gd name="connsiteY4" fmla="*/ 493391 h 872065"/>
                  <a:gd name="connsiteX5" fmla="*/ 174101 w 728932"/>
                  <a:gd name="connsiteY5" fmla="*/ 488630 h 872065"/>
                  <a:gd name="connsiteX6" fmla="*/ 174101 w 728932"/>
                  <a:gd name="connsiteY6" fmla="*/ 140965 h 872065"/>
                  <a:gd name="connsiteX7" fmla="*/ 174101 w 728932"/>
                  <a:gd name="connsiteY7" fmla="*/ 347665 h 872065"/>
                  <a:gd name="connsiteX8" fmla="*/ 431276 w 728932"/>
                  <a:gd name="connsiteY8" fmla="*/ 347665 h 872065"/>
                  <a:gd name="connsiteX9" fmla="*/ 431276 w 728932"/>
                  <a:gd name="connsiteY9" fmla="*/ 345754 h 872065"/>
                  <a:gd name="connsiteX10" fmla="*/ 517000 w 728932"/>
                  <a:gd name="connsiteY10" fmla="*/ 243359 h 872065"/>
                  <a:gd name="connsiteX11" fmla="*/ 433656 w 728932"/>
                  <a:gd name="connsiteY11" fmla="*/ 148109 h 872065"/>
                  <a:gd name="connsiteX12" fmla="*/ 174101 w 728932"/>
                  <a:gd name="connsiteY12" fmla="*/ 140965 h 872065"/>
                  <a:gd name="connsiteX13" fmla="*/ 0 w 728932"/>
                  <a:gd name="connsiteY13" fmla="*/ 0 h 872065"/>
                  <a:gd name="connsiteX14" fmla="*/ 127816 w 728932"/>
                  <a:gd name="connsiteY14" fmla="*/ 0 h 872065"/>
                  <a:gd name="connsiteX15" fmla="*/ 174101 w 728932"/>
                  <a:gd name="connsiteY15" fmla="*/ 0 h 872065"/>
                  <a:gd name="connsiteX16" fmla="*/ 447945 w 728932"/>
                  <a:gd name="connsiteY16" fmla="*/ 0 h 872065"/>
                  <a:gd name="connsiteX17" fmla="*/ 447945 w 728932"/>
                  <a:gd name="connsiteY17" fmla="*/ 1732 h 872065"/>
                  <a:gd name="connsiteX18" fmla="*/ 683688 w 728932"/>
                  <a:gd name="connsiteY18" fmla="*/ 179066 h 872065"/>
                  <a:gd name="connsiteX19" fmla="*/ 559863 w 728932"/>
                  <a:gd name="connsiteY19" fmla="*/ 407666 h 872065"/>
                  <a:gd name="connsiteX20" fmla="*/ 728932 w 728932"/>
                  <a:gd name="connsiteY20" fmla="*/ 633885 h 872065"/>
                  <a:gd name="connsiteX21" fmla="*/ 433657 w 728932"/>
                  <a:gd name="connsiteY21" fmla="*/ 872010 h 872065"/>
                  <a:gd name="connsiteX22" fmla="*/ 433776 w 728932"/>
                  <a:gd name="connsiteY22" fmla="*/ 869628 h 872065"/>
                  <a:gd name="connsiteX23" fmla="*/ 174101 w 728932"/>
                  <a:gd name="connsiteY23" fmla="*/ 869628 h 872065"/>
                  <a:gd name="connsiteX24" fmla="*/ 127816 w 728932"/>
                  <a:gd name="connsiteY24" fmla="*/ 869628 h 872065"/>
                  <a:gd name="connsiteX25" fmla="*/ 0 w 728932"/>
                  <a:gd name="connsiteY25" fmla="*/ 869628 h 872065"/>
                  <a:gd name="connsiteX26" fmla="*/ 0 w 728932"/>
                  <a:gd name="connsiteY26" fmla="*/ 0 h 872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728932" h="872065">
                    <a:moveTo>
                      <a:pt x="174101" y="488630"/>
                    </a:moveTo>
                    <a:lnTo>
                      <a:pt x="174101" y="728663"/>
                    </a:lnTo>
                    <a:lnTo>
                      <a:pt x="442406" y="728663"/>
                    </a:lnTo>
                    <a:cubicBezTo>
                      <a:pt x="511257" y="715167"/>
                      <a:pt x="549532" y="684907"/>
                      <a:pt x="547956" y="612454"/>
                    </a:cubicBezTo>
                    <a:cubicBezTo>
                      <a:pt x="543194" y="552923"/>
                      <a:pt x="538432" y="510060"/>
                      <a:pt x="431276" y="493391"/>
                    </a:cubicBezTo>
                    <a:lnTo>
                      <a:pt x="174101" y="488630"/>
                    </a:lnTo>
                    <a:close/>
                    <a:moveTo>
                      <a:pt x="174101" y="140965"/>
                    </a:moveTo>
                    <a:lnTo>
                      <a:pt x="174101" y="347665"/>
                    </a:lnTo>
                    <a:lnTo>
                      <a:pt x="431276" y="347665"/>
                    </a:lnTo>
                    <a:lnTo>
                      <a:pt x="431276" y="345754"/>
                    </a:lnTo>
                    <a:cubicBezTo>
                      <a:pt x="474139" y="322735"/>
                      <a:pt x="514619" y="311622"/>
                      <a:pt x="517000" y="243359"/>
                    </a:cubicBezTo>
                    <a:cubicBezTo>
                      <a:pt x="517000" y="202878"/>
                      <a:pt x="502713" y="157634"/>
                      <a:pt x="433656" y="148109"/>
                    </a:cubicBezTo>
                    <a:cubicBezTo>
                      <a:pt x="366981" y="140568"/>
                      <a:pt x="274510" y="141043"/>
                      <a:pt x="174101" y="140965"/>
                    </a:cubicBezTo>
                    <a:close/>
                    <a:moveTo>
                      <a:pt x="0" y="0"/>
                    </a:moveTo>
                    <a:lnTo>
                      <a:pt x="127816" y="0"/>
                    </a:lnTo>
                    <a:lnTo>
                      <a:pt x="174101" y="0"/>
                    </a:lnTo>
                    <a:lnTo>
                      <a:pt x="447945" y="0"/>
                    </a:lnTo>
                    <a:lnTo>
                      <a:pt x="447945" y="1732"/>
                    </a:lnTo>
                    <a:cubicBezTo>
                      <a:pt x="634795" y="8775"/>
                      <a:pt x="679801" y="148746"/>
                      <a:pt x="683688" y="179066"/>
                    </a:cubicBezTo>
                    <a:cubicBezTo>
                      <a:pt x="689245" y="333848"/>
                      <a:pt x="620981" y="374328"/>
                      <a:pt x="559863" y="407666"/>
                    </a:cubicBezTo>
                    <a:cubicBezTo>
                      <a:pt x="663844" y="433066"/>
                      <a:pt x="727345" y="515617"/>
                      <a:pt x="728932" y="633885"/>
                    </a:cubicBezTo>
                    <a:cubicBezTo>
                      <a:pt x="720200" y="800572"/>
                      <a:pt x="594788" y="874392"/>
                      <a:pt x="433657" y="872010"/>
                    </a:cubicBezTo>
                    <a:cubicBezTo>
                      <a:pt x="433697" y="871216"/>
                      <a:pt x="433736" y="870422"/>
                      <a:pt x="433776" y="869628"/>
                    </a:cubicBezTo>
                    <a:lnTo>
                      <a:pt x="174101" y="869628"/>
                    </a:lnTo>
                    <a:lnTo>
                      <a:pt x="127816" y="869628"/>
                    </a:lnTo>
                    <a:lnTo>
                      <a:pt x="0" y="869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690882" y="1037184"/>
              <a:ext cx="720080" cy="720080"/>
              <a:chOff x="6690882" y="1037184"/>
              <a:chExt cx="720080" cy="72008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6690882" y="1037184"/>
                <a:ext cx="720080" cy="72008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Block Arc 12"/>
              <p:cNvSpPr>
                <a:spLocks noChangeAspect="1"/>
              </p:cNvSpPr>
              <p:nvPr/>
            </p:nvSpPr>
            <p:spPr>
              <a:xfrm>
                <a:off x="6842201" y="1156272"/>
                <a:ext cx="417443" cy="481904"/>
              </a:xfrm>
              <a:prstGeom prst="blockArc">
                <a:avLst>
                  <a:gd name="adj1" fmla="val 1756726"/>
                  <a:gd name="adj2" fmla="val 19889488"/>
                  <a:gd name="adj3" fmla="val 22774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Round Same Side Corner Rectangle 51"/>
            <p:cNvSpPr/>
            <p:nvPr/>
          </p:nvSpPr>
          <p:spPr>
            <a:xfrm rot="5400000">
              <a:off x="6852922" y="1652530"/>
              <a:ext cx="396000" cy="2520000"/>
            </a:xfrm>
            <a:custGeom>
              <a:avLst/>
              <a:gdLst/>
              <a:ahLst/>
              <a:cxnLst/>
              <a:rect l="l" t="t" r="r" b="b"/>
              <a:pathLst>
                <a:path w="468002" h="2500353">
                  <a:moveTo>
                    <a:pt x="0" y="2500353"/>
                  </a:moveTo>
                  <a:lnTo>
                    <a:pt x="0" y="234001"/>
                  </a:lnTo>
                  <a:cubicBezTo>
                    <a:pt x="0" y="104766"/>
                    <a:pt x="104766" y="0"/>
                    <a:pt x="234001" y="0"/>
                  </a:cubicBezTo>
                  <a:cubicBezTo>
                    <a:pt x="363236" y="0"/>
                    <a:pt x="468002" y="104766"/>
                    <a:pt x="468002" y="234001"/>
                  </a:cubicBezTo>
                  <a:cubicBezTo>
                    <a:pt x="468002" y="989452"/>
                    <a:pt x="468001" y="1744902"/>
                    <a:pt x="468001" y="2500353"/>
                  </a:cubicBezTo>
                  <a:lnTo>
                    <a:pt x="467594" y="2500353"/>
                  </a:lnTo>
                  <a:cubicBezTo>
                    <a:pt x="429063" y="2409421"/>
                    <a:pt x="338980" y="2345641"/>
                    <a:pt x="234000" y="2345641"/>
                  </a:cubicBezTo>
                  <a:cubicBezTo>
                    <a:pt x="129020" y="2345641"/>
                    <a:pt x="38938" y="2409421"/>
                    <a:pt x="406" y="2500353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dirty="0"/>
                <a:t>D</a:t>
              </a:r>
              <a:endParaRPr lang="ko-KR" altLang="en-US" dirty="0"/>
            </a:p>
          </p:txBody>
        </p:sp>
        <p:sp>
          <p:nvSpPr>
            <p:cNvPr id="11" name="Round Same Side Corner Rectangle 51"/>
            <p:cNvSpPr/>
            <p:nvPr/>
          </p:nvSpPr>
          <p:spPr>
            <a:xfrm rot="16200000">
              <a:off x="6852922" y="2167123"/>
              <a:ext cx="396000" cy="2520000"/>
            </a:xfrm>
            <a:custGeom>
              <a:avLst/>
              <a:gdLst/>
              <a:ahLst/>
              <a:cxnLst/>
              <a:rect l="l" t="t" r="r" b="b"/>
              <a:pathLst>
                <a:path w="468002" h="2500353">
                  <a:moveTo>
                    <a:pt x="0" y="2500353"/>
                  </a:moveTo>
                  <a:lnTo>
                    <a:pt x="0" y="234001"/>
                  </a:lnTo>
                  <a:cubicBezTo>
                    <a:pt x="0" y="104766"/>
                    <a:pt x="104766" y="0"/>
                    <a:pt x="234001" y="0"/>
                  </a:cubicBezTo>
                  <a:cubicBezTo>
                    <a:pt x="363236" y="0"/>
                    <a:pt x="468002" y="104766"/>
                    <a:pt x="468002" y="234001"/>
                  </a:cubicBezTo>
                  <a:cubicBezTo>
                    <a:pt x="468002" y="989452"/>
                    <a:pt x="468001" y="1744902"/>
                    <a:pt x="468001" y="2500353"/>
                  </a:cubicBezTo>
                  <a:lnTo>
                    <a:pt x="467594" y="2500353"/>
                  </a:lnTo>
                  <a:cubicBezTo>
                    <a:pt x="429063" y="2409421"/>
                    <a:pt x="338980" y="2345641"/>
                    <a:pt x="234000" y="2345641"/>
                  </a:cubicBezTo>
                  <a:cubicBezTo>
                    <a:pt x="129020" y="2345641"/>
                    <a:pt x="38938" y="2409421"/>
                    <a:pt x="406" y="2500353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dirty="0"/>
                <a:t>D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3694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4388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5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5332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4" r:id="rId3"/>
    <p:sldLayoutId id="2147483677" r:id="rId4"/>
    <p:sldLayoutId id="2147483666" r:id="rId5"/>
    <p:sldLayoutId id="2147483676" r:id="rId6"/>
    <p:sldLayoutId id="2147483657" r:id="rId7"/>
    <p:sldLayoutId id="2147483673" r:id="rId8"/>
    <p:sldLayoutId id="2147483667" r:id="rId9"/>
    <p:sldLayoutId id="2147483671" r:id="rId10"/>
    <p:sldLayoutId id="2147483672" r:id="rId11"/>
    <p:sldLayoutId id="2147483668" r:id="rId12"/>
    <p:sldLayoutId id="2147483669" r:id="rId13"/>
    <p:sldLayoutId id="2147483670" r:id="rId14"/>
    <p:sldLayoutId id="2147483679" r:id="rId15"/>
    <p:sldLayoutId id="2147483678" r:id="rId16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771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E0D125-142D-45DA-8F82-55248FB1A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76" y="0"/>
            <a:ext cx="2717524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87824" y="586591"/>
            <a:ext cx="63722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000" b="1" i="1" dirty="0">
                <a:ea typeface="Adobe Fan Heiti Std B" panose="020B0700000000000000" pitchFamily="34" charset="-128"/>
              </a:rPr>
              <a:t>Grow In Faith,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000" b="1" i="1" dirty="0">
                <a:ea typeface="Adobe Fan Heiti Std B" panose="020B0700000000000000" pitchFamily="34" charset="-128"/>
              </a:rPr>
              <a:t>Shine With Grace,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000" b="1" i="1" dirty="0">
                <a:ea typeface="Adobe Fan Heiti Std B" panose="020B0700000000000000" pitchFamily="34" charset="-128"/>
              </a:rPr>
              <a:t>Lead The Race</a:t>
            </a:r>
            <a:endParaRPr lang="en-US" sz="4000" dirty="0">
              <a:latin typeface="Britannic Bold" panose="020B0903060703020204" pitchFamily="34" charset="0"/>
              <a:ea typeface="Adobe Fan Heiti Std B" panose="020B0700000000000000" pitchFamily="34" charset="-128"/>
            </a:endParaRPr>
          </a:p>
          <a:p>
            <a:pPr algn="ctr">
              <a:spcBef>
                <a:spcPts val="600"/>
              </a:spcBef>
            </a:pPr>
            <a:r>
              <a:rPr lang="en-US" sz="3600" dirty="0">
                <a:latin typeface="Britannic Bold" panose="020B0903060703020204" pitchFamily="34" charset="0"/>
                <a:ea typeface="Adobe Fan Heiti Std B" panose="020B0700000000000000" pitchFamily="34" charset="-128"/>
              </a:rPr>
              <a:t>------------------------------</a:t>
            </a:r>
            <a:endParaRPr lang="en-US" sz="2400" dirty="0">
              <a:latin typeface="Britannic Bold" panose="020B0903060703020204" pitchFamily="34" charset="0"/>
              <a:ea typeface="Adobe Fan Heiti Std B" panose="020B0700000000000000" pitchFamily="34" charset="-128"/>
            </a:endParaRPr>
          </a:p>
          <a:p>
            <a:pPr algn="ctr">
              <a:spcBef>
                <a:spcPts val="600"/>
              </a:spcBef>
            </a:pPr>
            <a:r>
              <a:rPr lang="en-US" sz="2800" dirty="0">
                <a:latin typeface="Britannic Bold" panose="020B0903060703020204" pitchFamily="34" charset="0"/>
                <a:ea typeface="Adobe Fan Heiti Std B" panose="020B0700000000000000" pitchFamily="34" charset="-128"/>
              </a:rPr>
              <a:t>Dr. </a:t>
            </a:r>
            <a:r>
              <a:rPr lang="en-US" sz="2800" dirty="0" err="1">
                <a:latin typeface="Britannic Bold" panose="020B0903060703020204" pitchFamily="34" charset="0"/>
                <a:ea typeface="Adobe Fan Heiti Std B" panose="020B0700000000000000" pitchFamily="34" charset="-128"/>
              </a:rPr>
              <a:t>Shinta</a:t>
            </a:r>
            <a:r>
              <a:rPr lang="en-US" sz="2800" dirty="0">
                <a:latin typeface="Britannic Bold" panose="020B0903060703020204" pitchFamily="34" charset="0"/>
                <a:ea typeface="Adobe Fan Heiti Std B" panose="020B0700000000000000" pitchFamily="34" charset="-128"/>
              </a:rPr>
              <a:t>, </a:t>
            </a:r>
            <a:r>
              <a:rPr lang="en-US" sz="2800" dirty="0" err="1">
                <a:latin typeface="Britannic Bold" panose="020B0903060703020204" pitchFamily="34" charset="0"/>
                <a:ea typeface="Adobe Fan Heiti Std B" panose="020B0700000000000000" pitchFamily="34" charset="-128"/>
              </a:rPr>
              <a:t>M.Si</a:t>
            </a:r>
            <a:r>
              <a:rPr lang="en-US" sz="2800" dirty="0">
                <a:latin typeface="Britannic Bold" panose="020B0903060703020204" pitchFamily="34" charset="0"/>
                <a:ea typeface="Adobe Fan Heiti Std B" panose="020B0700000000000000" pitchFamily="34" charset="-128"/>
              </a:rPr>
              <a:t>., M.A.</a:t>
            </a:r>
          </a:p>
          <a:p>
            <a:pPr algn="ctr">
              <a:spcBef>
                <a:spcPts val="600"/>
              </a:spcBef>
            </a:pPr>
            <a:r>
              <a:rPr lang="en-US" sz="2800" dirty="0">
                <a:latin typeface="Britannic Bold" panose="020B0903060703020204" pitchFamily="34" charset="0"/>
                <a:ea typeface="Adobe Fan Heiti Std B" panose="020B0700000000000000" pitchFamily="34" charset="-128"/>
              </a:rPr>
              <a:t>   (</a:t>
            </a:r>
            <a:r>
              <a:rPr lang="en-US" sz="2800" dirty="0" err="1">
                <a:latin typeface="Britannic Bold" panose="020B0903060703020204" pitchFamily="34" charset="0"/>
                <a:ea typeface="Adobe Fan Heiti Std B" panose="020B0700000000000000" pitchFamily="34" charset="-128"/>
              </a:rPr>
              <a:t>Bunda</a:t>
            </a:r>
            <a:r>
              <a:rPr lang="en-US" sz="2800" dirty="0">
                <a:latin typeface="Britannic Bold" panose="020B0903060703020204" pitchFamily="34" charset="0"/>
                <a:ea typeface="Adobe Fan Heiti Std B" panose="020B0700000000000000" pitchFamily="34" charset="-128"/>
              </a:rPr>
              <a:t> </a:t>
            </a:r>
            <a:r>
              <a:rPr lang="en-US" sz="2800" dirty="0" err="1">
                <a:latin typeface="Britannic Bold" panose="020B0903060703020204" pitchFamily="34" charset="0"/>
                <a:ea typeface="Adobe Fan Heiti Std B" panose="020B0700000000000000" pitchFamily="34" charset="-128"/>
              </a:rPr>
              <a:t>Cinta</a:t>
            </a:r>
            <a:r>
              <a:rPr lang="en-US" sz="2800" dirty="0">
                <a:latin typeface="Britannic Bold" panose="020B0903060703020204" pitchFamily="34" charset="0"/>
                <a:ea typeface="Adobe Fan Heiti Std B" panose="020B0700000000000000" pitchFamily="34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66300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0FC02A-95DB-4551-B8EE-5500C3700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0"/>
            <a:ext cx="667036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330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FOTO-FOTO\Bunda Cinta\IMG-20130907-07484.jpg">
            <a:extLst>
              <a:ext uri="{FF2B5EF4-FFF2-40B4-BE49-F238E27FC236}">
                <a16:creationId xmlns:a16="http://schemas.microsoft.com/office/drawing/2014/main" id="{807461DB-6608-4E39-BCE9-156268247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"/>
            <a:ext cx="7596336" cy="4083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1C3FC9-1667-49CC-A56E-427C4EBCFEDE}"/>
              </a:ext>
            </a:extLst>
          </p:cNvPr>
          <p:cNvSpPr txBox="1"/>
          <p:nvPr/>
        </p:nvSpPr>
        <p:spPr>
          <a:xfrm>
            <a:off x="1619672" y="4299942"/>
            <a:ext cx="7524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Instagram : @shinta_bundacinta</a:t>
            </a:r>
          </a:p>
        </p:txBody>
      </p:sp>
    </p:spTree>
    <p:extLst>
      <p:ext uri="{BB962C8B-B14F-4D97-AF65-F5344CB8AC3E}">
        <p14:creationId xmlns:p14="http://schemas.microsoft.com/office/powerpoint/2010/main" val="3090351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D654F2-05CE-4060-B37C-E29E19CFE4E5}"/>
              </a:ext>
            </a:extLst>
          </p:cNvPr>
          <p:cNvSpPr txBox="1"/>
          <p:nvPr/>
        </p:nvSpPr>
        <p:spPr>
          <a:xfrm>
            <a:off x="2699792" y="62569"/>
            <a:ext cx="644420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b="1" u="sng" dirty="0">
                <a:latin typeface="Footlight MT Light" panose="0204060206030A020304" pitchFamily="18" charset="0"/>
              </a:rPr>
              <a:t>Riwayat  Pendidikan :</a:t>
            </a:r>
            <a:endParaRPr lang="en-US" altLang="en-US" sz="2400" dirty="0">
              <a:latin typeface="Footlight MT Light" panose="0204060206030A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000" dirty="0">
                <a:latin typeface="Footlight MT Light" panose="0204060206030A020304" pitchFamily="18" charset="0"/>
              </a:rPr>
              <a:t>*  S1  Pendidikan </a:t>
            </a:r>
            <a:r>
              <a:rPr lang="en-US" altLang="en-US" sz="2000" dirty="0" err="1">
                <a:latin typeface="Footlight MT Light" panose="0204060206030A020304" pitchFamily="18" charset="0"/>
              </a:rPr>
              <a:t>Sains</a:t>
            </a:r>
            <a:r>
              <a:rPr lang="en-US" altLang="en-US" sz="2000" dirty="0">
                <a:latin typeface="Footlight MT Light" panose="0204060206030A020304" pitchFamily="18" charset="0"/>
              </a:rPr>
              <a:t> UNY - Yogyakarta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000" dirty="0">
                <a:latin typeface="Footlight MT Light" panose="0204060206030A020304" pitchFamily="18" charset="0"/>
              </a:rPr>
              <a:t>*  S2  </a:t>
            </a:r>
            <a:r>
              <a:rPr lang="en-US" altLang="en-US" sz="2000" dirty="0" err="1">
                <a:latin typeface="Footlight MT Light" panose="0204060206030A020304" pitchFamily="18" charset="0"/>
              </a:rPr>
              <a:t>Sains</a:t>
            </a:r>
            <a:r>
              <a:rPr lang="en-US" altLang="en-US" sz="2000" dirty="0">
                <a:latin typeface="Footlight MT Light" panose="0204060206030A020304" pitchFamily="18" charset="0"/>
              </a:rPr>
              <a:t>  ITB - Bandung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000" dirty="0">
                <a:latin typeface="Footlight MT Light" panose="0204060206030A020304" pitchFamily="18" charset="0"/>
              </a:rPr>
              <a:t>*  </a:t>
            </a:r>
            <a:r>
              <a:rPr lang="en-US" altLang="en-US" sz="2000" dirty="0" err="1">
                <a:latin typeface="Footlight MT Light" panose="0204060206030A020304" pitchFamily="18" charset="0"/>
              </a:rPr>
              <a:t>Prapasca</a:t>
            </a:r>
            <a:r>
              <a:rPr lang="en-US" altLang="en-US" sz="2000" dirty="0">
                <a:latin typeface="Footlight MT Light" panose="0204060206030A020304" pitchFamily="18" charset="0"/>
              </a:rPr>
              <a:t>  </a:t>
            </a:r>
            <a:r>
              <a:rPr lang="en-US" altLang="en-US" sz="2000" dirty="0" err="1">
                <a:latin typeface="Footlight MT Light" panose="0204060206030A020304" pitchFamily="18" charset="0"/>
              </a:rPr>
              <a:t>Psikologi</a:t>
            </a:r>
            <a:r>
              <a:rPr lang="en-US" altLang="en-US" sz="2000" dirty="0">
                <a:latin typeface="Footlight MT Light" panose="0204060206030A020304" pitchFamily="18" charset="0"/>
              </a:rPr>
              <a:t>  UGM -Yogyakarta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000" dirty="0">
                <a:latin typeface="Footlight MT Light" panose="0204060206030A020304" pitchFamily="18" charset="0"/>
              </a:rPr>
              <a:t>*  S2  (Magister) </a:t>
            </a:r>
            <a:r>
              <a:rPr lang="en-US" altLang="en-US" sz="2000" dirty="0" err="1">
                <a:latin typeface="Footlight MT Light" panose="0204060206030A020304" pitchFamily="18" charset="0"/>
              </a:rPr>
              <a:t>Sains</a:t>
            </a:r>
            <a:r>
              <a:rPr lang="en-US" altLang="en-US" sz="2000" dirty="0">
                <a:latin typeface="Footlight MT Light" panose="0204060206030A020304" pitchFamily="18" charset="0"/>
              </a:rPr>
              <a:t> </a:t>
            </a:r>
            <a:r>
              <a:rPr lang="en-US" altLang="en-US" sz="2000" dirty="0" err="1">
                <a:latin typeface="Footlight MT Light" panose="0204060206030A020304" pitchFamily="18" charset="0"/>
              </a:rPr>
              <a:t>Psikologi</a:t>
            </a:r>
            <a:r>
              <a:rPr lang="en-US" altLang="en-US" sz="2000" dirty="0">
                <a:latin typeface="Footlight MT Light" panose="0204060206030A020304" pitchFamily="18" charset="0"/>
              </a:rPr>
              <a:t>  UGM – </a:t>
            </a:r>
            <a:r>
              <a:rPr lang="en-US" altLang="en-US" sz="2000" dirty="0" err="1">
                <a:latin typeface="Footlight MT Light" panose="0204060206030A020304" pitchFamily="18" charset="0"/>
              </a:rPr>
              <a:t>Yogya</a:t>
            </a:r>
            <a:endParaRPr lang="en-US" altLang="en-US" sz="2000" dirty="0">
              <a:latin typeface="Footlight MT Light" panose="0204060206030A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000" dirty="0">
                <a:latin typeface="Footlight MT Light" panose="0204060206030A020304" pitchFamily="18" charset="0"/>
              </a:rPr>
              <a:t>*  S3 (</a:t>
            </a:r>
            <a:r>
              <a:rPr lang="en-US" altLang="en-US" sz="2000" dirty="0" err="1">
                <a:latin typeface="Footlight MT Light" panose="0204060206030A020304" pitchFamily="18" charset="0"/>
              </a:rPr>
              <a:t>Doktoral</a:t>
            </a:r>
            <a:r>
              <a:rPr lang="en-US" altLang="en-US" sz="2000" dirty="0">
                <a:latin typeface="Footlight MT Light" panose="0204060206030A020304" pitchFamily="18" charset="0"/>
              </a:rPr>
              <a:t>) </a:t>
            </a:r>
            <a:r>
              <a:rPr lang="en-US" altLang="en-US" sz="2000" dirty="0" err="1">
                <a:latin typeface="Footlight MT Light" panose="0204060206030A020304" pitchFamily="18" charset="0"/>
              </a:rPr>
              <a:t>Psikologi</a:t>
            </a:r>
            <a:r>
              <a:rPr lang="en-US" altLang="en-US" sz="2000" dirty="0">
                <a:latin typeface="Footlight MT Light" panose="0204060206030A020304" pitchFamily="18" charset="0"/>
              </a:rPr>
              <a:t> UMY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000" dirty="0">
                <a:latin typeface="Footlight MT Light" panose="0204060206030A020304" pitchFamily="18" charset="0"/>
              </a:rPr>
              <a:t>*  </a:t>
            </a:r>
            <a:r>
              <a:rPr lang="en-US" altLang="en-US" sz="2000" dirty="0" err="1">
                <a:latin typeface="Footlight MT Light" panose="0204060206030A020304" pitchFamily="18" charset="0"/>
              </a:rPr>
              <a:t>Sertifikasi</a:t>
            </a:r>
            <a:r>
              <a:rPr lang="en-US" altLang="en-US" sz="2000" dirty="0">
                <a:latin typeface="Footlight MT Light" panose="0204060206030A020304" pitchFamily="18" charset="0"/>
              </a:rPr>
              <a:t> </a:t>
            </a:r>
            <a:r>
              <a:rPr lang="en-US" altLang="en-US" sz="2000" dirty="0" err="1">
                <a:latin typeface="Footlight MT Light" panose="0204060206030A020304" pitchFamily="18" charset="0"/>
              </a:rPr>
              <a:t>Instruktur</a:t>
            </a:r>
            <a:r>
              <a:rPr lang="en-US" altLang="en-US" sz="2000" dirty="0">
                <a:latin typeface="Footlight MT Light" panose="0204060206030A020304" pitchFamily="18" charset="0"/>
              </a:rPr>
              <a:t> Nasional </a:t>
            </a:r>
            <a:r>
              <a:rPr lang="en-US" altLang="en-US" sz="2000" dirty="0" err="1">
                <a:latin typeface="Footlight MT Light" panose="0204060206030A020304" pitchFamily="18" charset="0"/>
              </a:rPr>
              <a:t>dari</a:t>
            </a:r>
            <a:r>
              <a:rPr lang="en-US" altLang="en-US" sz="2000" dirty="0">
                <a:latin typeface="Footlight MT Light" panose="0204060206030A020304" pitchFamily="18" charset="0"/>
              </a:rPr>
              <a:t>  LSP - KPK, Jakarta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000" dirty="0">
                <a:latin typeface="Footlight MT Light" panose="0204060206030A020304" pitchFamily="18" charset="0"/>
              </a:rPr>
              <a:t>*  </a:t>
            </a:r>
            <a:r>
              <a:rPr lang="en-US" altLang="en-US" sz="2000" dirty="0" err="1">
                <a:latin typeface="Footlight MT Light" panose="0204060206030A020304" pitchFamily="18" charset="0"/>
              </a:rPr>
              <a:t>Sertifikasi</a:t>
            </a:r>
            <a:r>
              <a:rPr lang="en-US" altLang="en-US" sz="2000" dirty="0">
                <a:latin typeface="Footlight MT Light" panose="0204060206030A020304" pitchFamily="18" charset="0"/>
              </a:rPr>
              <a:t>  </a:t>
            </a:r>
            <a:r>
              <a:rPr lang="en-US" altLang="en-US" sz="2000" dirty="0" err="1">
                <a:latin typeface="Footlight MT Light" panose="0204060206030A020304" pitchFamily="18" charset="0"/>
              </a:rPr>
              <a:t>Internasional</a:t>
            </a:r>
            <a:r>
              <a:rPr lang="en-US" altLang="en-US" sz="2000" dirty="0">
                <a:latin typeface="Footlight MT Light" panose="0204060206030A020304" pitchFamily="18" charset="0"/>
              </a:rPr>
              <a:t>  </a:t>
            </a:r>
            <a:r>
              <a:rPr lang="en-US" altLang="en-US" sz="2000" i="1" dirty="0">
                <a:latin typeface="Footlight MT Light" panose="0204060206030A020304" pitchFamily="18" charset="0"/>
              </a:rPr>
              <a:t>Practitioner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i="1" dirty="0">
                <a:latin typeface="Footlight MT Light" panose="0204060206030A020304" pitchFamily="18" charset="0"/>
              </a:rPr>
              <a:t>  Neuro-Linguistic  Programming Psychology </a:t>
            </a:r>
            <a:r>
              <a:rPr lang="en-US" altLang="en-US" sz="2000" dirty="0">
                <a:latin typeface="Footlight MT Light" panose="0204060206030A020304" pitchFamily="18" charset="0"/>
              </a:rPr>
              <a:t>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Footlight MT Light" panose="0204060206030A020304" pitchFamily="18" charset="0"/>
              </a:rPr>
              <a:t>  </a:t>
            </a:r>
            <a:r>
              <a:rPr lang="en-US" altLang="en-US" sz="2000" dirty="0" err="1">
                <a:latin typeface="Footlight MT Light" panose="0204060206030A020304" pitchFamily="18" charset="0"/>
              </a:rPr>
              <a:t>dari</a:t>
            </a:r>
            <a:r>
              <a:rPr lang="en-US" altLang="en-US" sz="2000" dirty="0">
                <a:latin typeface="Footlight MT Light" panose="0204060206030A020304" pitchFamily="18" charset="0"/>
              </a:rPr>
              <a:t> NFNLP, Florida, USA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C4B0C1-606D-4D93-8427-AF7D5D784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2570"/>
            <a:ext cx="255577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2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05C417-B0DF-4AFE-BD1D-7FC4F6E62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7612"/>
            <a:ext cx="4536504" cy="517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n-US" altLang="en-US" sz="2000" b="1" dirty="0">
                <a:latin typeface="Century Gothic" panose="020B0502020202020204" pitchFamily="34" charset="0"/>
              </a:rPr>
              <a:t>Dr. </a:t>
            </a:r>
            <a:r>
              <a:rPr lang="en-US" altLang="en-US" sz="2000" b="1" dirty="0" err="1">
                <a:latin typeface="Century Gothic" panose="020B0502020202020204" pitchFamily="34" charset="0"/>
              </a:rPr>
              <a:t>Shinta</a:t>
            </a:r>
            <a:r>
              <a:rPr lang="en-US" altLang="en-US" sz="2000" b="1" dirty="0">
                <a:latin typeface="Century Gothic" panose="020B0502020202020204" pitchFamily="34" charset="0"/>
              </a:rPr>
              <a:t>, </a:t>
            </a:r>
            <a:r>
              <a:rPr lang="en-US" altLang="en-US" sz="2000" b="1" dirty="0" err="1">
                <a:latin typeface="Century Gothic" panose="020B0502020202020204" pitchFamily="34" charset="0"/>
              </a:rPr>
              <a:t>M.Si</a:t>
            </a:r>
            <a:r>
              <a:rPr lang="en-US" altLang="en-US" sz="2000" b="1" dirty="0">
                <a:latin typeface="Century Gothic" panose="020B0502020202020204" pitchFamily="34" charset="0"/>
              </a:rPr>
              <a:t>., M.A.</a:t>
            </a:r>
          </a:p>
          <a:p>
            <a:pPr eaLnBrk="1" hangingPunct="1"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n-US" altLang="en-US" sz="2000" b="1" dirty="0">
                <a:latin typeface="Century Gothic" panose="020B0502020202020204" pitchFamily="34" charset="0"/>
              </a:rPr>
              <a:t>     (</a:t>
            </a:r>
            <a:r>
              <a:rPr lang="en-US" altLang="en-US" sz="2000" b="1" dirty="0" err="1">
                <a:latin typeface="Century Gothic" panose="020B0502020202020204" pitchFamily="34" charset="0"/>
              </a:rPr>
              <a:t>Bunda</a:t>
            </a:r>
            <a:r>
              <a:rPr lang="en-US" altLang="en-US" sz="2000" b="1" dirty="0">
                <a:latin typeface="Century Gothic" panose="020B0502020202020204" pitchFamily="34" charset="0"/>
              </a:rPr>
              <a:t> </a:t>
            </a:r>
            <a:r>
              <a:rPr lang="en-US" altLang="en-US" sz="2000" b="1" dirty="0" err="1">
                <a:latin typeface="Century Gothic" panose="020B0502020202020204" pitchFamily="34" charset="0"/>
              </a:rPr>
              <a:t>Cinta</a:t>
            </a:r>
            <a:r>
              <a:rPr lang="en-US" altLang="en-US" sz="2000" b="1" dirty="0">
                <a:latin typeface="Century Gothic" panose="020B0502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n-US" altLang="en-US" sz="2000" b="1" dirty="0">
                <a:latin typeface="Century Gothic" panose="020B0502020202020204" pitchFamily="34" charset="0"/>
              </a:rPr>
              <a:t>*********************</a:t>
            </a:r>
            <a:endParaRPr lang="en-US" altLang="en-US" sz="2000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000" dirty="0" err="1">
                <a:latin typeface="Calisto MT" panose="02040603050505030304" pitchFamily="18" charset="0"/>
              </a:rPr>
              <a:t>Dosen</a:t>
            </a:r>
            <a:r>
              <a:rPr lang="en-US" altLang="en-US" sz="2000" dirty="0">
                <a:latin typeface="Calisto MT" panose="02040603050505030304" pitchFamily="18" charset="0"/>
              </a:rPr>
              <a:t> </a:t>
            </a:r>
            <a:r>
              <a:rPr lang="en-US" altLang="en-US" sz="2000" dirty="0" err="1">
                <a:latin typeface="Calisto MT" panose="02040603050505030304" pitchFamily="18" charset="0"/>
              </a:rPr>
              <a:t>Psikologi</a:t>
            </a:r>
            <a:endParaRPr lang="en-US" altLang="en-US" sz="2000" dirty="0">
              <a:latin typeface="Calisto MT" panose="0204060305050503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000" dirty="0" err="1">
                <a:latin typeface="Calisto MT" panose="02040603050505030304" pitchFamily="18" charset="0"/>
              </a:rPr>
              <a:t>Konsultan</a:t>
            </a:r>
            <a:r>
              <a:rPr lang="en-US" altLang="en-US" sz="2000" dirty="0">
                <a:latin typeface="Calisto MT" panose="02040603050505030304" pitchFamily="18" charset="0"/>
              </a:rPr>
              <a:t> </a:t>
            </a:r>
            <a:r>
              <a:rPr lang="en-US" altLang="en-US" sz="2000" dirty="0" err="1">
                <a:latin typeface="Calisto MT" panose="02040603050505030304" pitchFamily="18" charset="0"/>
              </a:rPr>
              <a:t>Psikologi</a:t>
            </a:r>
            <a:r>
              <a:rPr lang="en-US" altLang="en-US" sz="2000" dirty="0">
                <a:latin typeface="Calisto MT" panose="02040603050505030304" pitchFamily="18" charset="0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000" dirty="0">
                <a:latin typeface="Calisto MT" panose="02040603050505030304" pitchFamily="18" charset="0"/>
              </a:rPr>
              <a:t>Trainer  dan Motivator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000" dirty="0">
                <a:latin typeface="Calisto MT" panose="02040603050505030304" pitchFamily="18" charset="0"/>
              </a:rPr>
              <a:t>Owner dan </a:t>
            </a:r>
            <a:r>
              <a:rPr lang="en-US" altLang="en-US" sz="2000" dirty="0" err="1">
                <a:latin typeface="Calisto MT" panose="02040603050505030304" pitchFamily="18" charset="0"/>
              </a:rPr>
              <a:t>Direktur</a:t>
            </a:r>
            <a:r>
              <a:rPr lang="en-US" altLang="en-US" sz="2000" dirty="0">
                <a:latin typeface="Calisto MT" panose="02040603050505030304" pitchFamily="18" charset="0"/>
              </a:rPr>
              <a:t> di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2000" dirty="0">
                <a:latin typeface="Calisto MT" panose="02040603050505030304" pitchFamily="18" charset="0"/>
              </a:rPr>
              <a:t> “</a:t>
            </a:r>
            <a:r>
              <a:rPr lang="en-US" altLang="en-US" sz="2000" i="1" dirty="0" err="1">
                <a:latin typeface="Calisto MT" panose="02040603050505030304" pitchFamily="18" charset="0"/>
              </a:rPr>
              <a:t>Bunda-Cinta</a:t>
            </a:r>
            <a:r>
              <a:rPr lang="en-US" altLang="en-US" sz="2000" i="1" dirty="0">
                <a:latin typeface="Calisto MT" panose="02040603050505030304" pitchFamily="18" charset="0"/>
              </a:rPr>
              <a:t> </a:t>
            </a:r>
            <a:r>
              <a:rPr lang="en-US" altLang="en-US" sz="2000" i="1" dirty="0" err="1">
                <a:latin typeface="Calisto MT" panose="02040603050505030304" pitchFamily="18" charset="0"/>
              </a:rPr>
              <a:t>Psikologi</a:t>
            </a:r>
            <a:r>
              <a:rPr lang="en-US" altLang="en-US" sz="2000" i="1" dirty="0">
                <a:latin typeface="Calisto MT" panose="02040603050505030304" pitchFamily="18" charset="0"/>
              </a:rPr>
              <a:t> Centre”</a:t>
            </a:r>
            <a:r>
              <a:rPr lang="en-US" altLang="en-US" sz="2000" dirty="0">
                <a:latin typeface="Calisto MT" panose="02040603050505030304" pitchFamily="18" charset="0"/>
              </a:rPr>
              <a:t>  </a:t>
            </a:r>
            <a:r>
              <a:rPr lang="en-US" altLang="en-US" sz="2000" dirty="0" err="1">
                <a:latin typeface="Calisto MT" panose="02040603050505030304" pitchFamily="18" charset="0"/>
              </a:rPr>
              <a:t>Yogya</a:t>
            </a:r>
            <a:endParaRPr lang="en-US" altLang="en-US" sz="2000" dirty="0">
              <a:latin typeface="Calisto MT" panose="0204060305050503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000" dirty="0" err="1">
                <a:latin typeface="Calisto MT" panose="02040603050505030304" pitchFamily="18" charset="0"/>
              </a:rPr>
              <a:t>Pembicara</a:t>
            </a:r>
            <a:r>
              <a:rPr lang="en-US" altLang="en-US" sz="2000" dirty="0">
                <a:latin typeface="Calisto MT" panose="02040603050505030304" pitchFamily="18" charset="0"/>
              </a:rPr>
              <a:t> Seminar di dunia </a:t>
            </a:r>
            <a:r>
              <a:rPr lang="en-US" altLang="en-US" sz="2000" dirty="0" err="1">
                <a:latin typeface="Calisto MT" panose="02040603050505030304" pitchFamily="18" charset="0"/>
              </a:rPr>
              <a:t>Psikologi</a:t>
            </a:r>
            <a:r>
              <a:rPr lang="en-US" altLang="en-US" sz="2000" dirty="0">
                <a:latin typeface="Calisto MT" panose="02040603050505030304" pitchFamily="18" charset="0"/>
              </a:rPr>
              <a:t>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2000" dirty="0">
                <a:latin typeface="Calisto MT" panose="02040603050505030304" pitchFamily="18" charset="0"/>
              </a:rPr>
              <a:t> dan </a:t>
            </a:r>
            <a:r>
              <a:rPr lang="en-US" altLang="en-US" sz="2000" dirty="0" err="1">
                <a:latin typeface="Calisto MT" panose="02040603050505030304" pitchFamily="18" charset="0"/>
              </a:rPr>
              <a:t>Pengembangan</a:t>
            </a:r>
            <a:r>
              <a:rPr lang="en-US" altLang="en-US" sz="2000" dirty="0">
                <a:latin typeface="Calisto MT" panose="02040603050505030304" pitchFamily="18" charset="0"/>
              </a:rPr>
              <a:t> </a:t>
            </a:r>
            <a:r>
              <a:rPr lang="en-US" altLang="en-US" sz="2000" dirty="0" err="1">
                <a:latin typeface="Calisto MT" panose="02040603050505030304" pitchFamily="18" charset="0"/>
              </a:rPr>
              <a:t>Diri</a:t>
            </a:r>
            <a:endParaRPr lang="en-US" altLang="en-US" sz="2000" dirty="0">
              <a:latin typeface="Calisto MT" panose="0204060305050503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en-US" sz="2000" dirty="0" err="1">
                <a:latin typeface="Calisto MT" panose="02040603050505030304" pitchFamily="18" charset="0"/>
              </a:rPr>
              <a:t>Penulis</a:t>
            </a:r>
            <a:r>
              <a:rPr lang="en-US" altLang="en-US" sz="2000" dirty="0">
                <a:latin typeface="Calisto MT" panose="02040603050505030304" pitchFamily="18" charset="0"/>
              </a:rPr>
              <a:t> </a:t>
            </a:r>
            <a:r>
              <a:rPr lang="en-US" altLang="en-US" sz="2000" dirty="0" err="1">
                <a:latin typeface="Calisto MT" panose="02040603050505030304" pitchFamily="18" charset="0"/>
              </a:rPr>
              <a:t>Buku</a:t>
            </a:r>
            <a:r>
              <a:rPr lang="en-US" altLang="en-US" sz="2000" dirty="0">
                <a:latin typeface="Calisto MT" panose="02040603050505030304" pitchFamily="18" charset="0"/>
              </a:rPr>
              <a:t> </a:t>
            </a:r>
            <a:r>
              <a:rPr lang="en-US" altLang="en-US" sz="2000" dirty="0" err="1">
                <a:latin typeface="Calisto MT" panose="02040603050505030304" pitchFamily="18" charset="0"/>
              </a:rPr>
              <a:t>Psikologi</a:t>
            </a:r>
            <a:r>
              <a:rPr lang="en-US" altLang="en-US" sz="2000" dirty="0">
                <a:latin typeface="Calisto MT" panose="02040603050505030304" pitchFamily="18" charset="0"/>
              </a:rPr>
              <a:t>,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alisto MT" panose="02040603050505030304" pitchFamily="18" charset="0"/>
              </a:rPr>
              <a:t>  </a:t>
            </a:r>
            <a:r>
              <a:rPr lang="en-US" altLang="en-US" sz="2000" dirty="0" err="1">
                <a:latin typeface="Calisto MT" panose="02040603050505030304" pitchFamily="18" charset="0"/>
              </a:rPr>
              <a:t>artikel</a:t>
            </a:r>
            <a:r>
              <a:rPr lang="en-US" altLang="en-US" sz="2000" dirty="0">
                <a:latin typeface="Calisto MT" panose="02040603050505030304" pitchFamily="18" charset="0"/>
              </a:rPr>
              <a:t> di </a:t>
            </a:r>
            <a:r>
              <a:rPr lang="en-US" altLang="en-US" sz="2000" dirty="0" err="1">
                <a:latin typeface="Calisto MT" panose="02040603050505030304" pitchFamily="18" charset="0"/>
              </a:rPr>
              <a:t>majalah</a:t>
            </a:r>
            <a:r>
              <a:rPr lang="en-US" altLang="en-US" sz="2000" dirty="0">
                <a:latin typeface="Calisto MT" panose="02040603050505030304" pitchFamily="18" charset="0"/>
              </a:rPr>
              <a:t> &amp; </a:t>
            </a:r>
            <a:r>
              <a:rPr lang="en-US" altLang="en-US" sz="2000" dirty="0" err="1">
                <a:latin typeface="Calisto MT" panose="02040603050505030304" pitchFamily="18" charset="0"/>
              </a:rPr>
              <a:t>koran</a:t>
            </a:r>
            <a:endParaRPr lang="en-US" alt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DDA4E5-54A4-4195-A6C2-41BDBD1AC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211960" cy="511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1327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FOTO-FOTO\Bunda Cinta\Cover Bukuku.jpg">
            <a:extLst>
              <a:ext uri="{FF2B5EF4-FFF2-40B4-BE49-F238E27FC236}">
                <a16:creationId xmlns:a16="http://schemas.microsoft.com/office/drawing/2014/main" id="{26A883DC-D14C-4776-87B7-C19E3BFAF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-2080"/>
            <a:ext cx="3888432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D:\FOTO-FOTO\Bunda Cinta\Inspirasi di Kompas.jpg">
            <a:extLst>
              <a:ext uri="{FF2B5EF4-FFF2-40B4-BE49-F238E27FC236}">
                <a16:creationId xmlns:a16="http://schemas.microsoft.com/office/drawing/2014/main" id="{2B47875F-2718-430A-A632-5BFD73376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-2080"/>
            <a:ext cx="4343400" cy="5143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7234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CAFE30-DDE6-400C-B7FB-85878B9B2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0"/>
            <a:ext cx="76683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18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24128" cy="5143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3" y="-4702"/>
            <a:ext cx="320384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858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2F9B572-BBAA-4115-AE78-FF2EC7A7F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96601"/>
            <a:ext cx="9138349" cy="604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000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916" y="1367069"/>
            <a:ext cx="7587084" cy="38250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3799"/>
            <a:ext cx="1556916" cy="21688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14154" y="123478"/>
            <a:ext cx="54726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/>
              <a:t>Optimalkan</a:t>
            </a:r>
            <a:r>
              <a:rPr lang="en-US" sz="2000" b="1" dirty="0"/>
              <a:t> </a:t>
            </a:r>
            <a:r>
              <a:rPr lang="en-US" sz="2000" b="1" dirty="0" err="1"/>
              <a:t>Peran</a:t>
            </a:r>
            <a:r>
              <a:rPr lang="en-US" sz="2000" b="1" dirty="0"/>
              <a:t> Tri </a:t>
            </a:r>
            <a:r>
              <a:rPr lang="en-US" sz="2000" b="1" dirty="0" err="1"/>
              <a:t>Pusat</a:t>
            </a:r>
            <a:r>
              <a:rPr lang="en-US" sz="2000" b="1" dirty="0"/>
              <a:t> </a:t>
            </a:r>
            <a:r>
              <a:rPr lang="en-US" sz="2000" b="1" dirty="0" err="1"/>
              <a:t>Pendidikan</a:t>
            </a:r>
            <a:r>
              <a:rPr lang="en-US" sz="2000" b="1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en-US" sz="2000" b="1" dirty="0" err="1"/>
              <a:t>Dalam</a:t>
            </a:r>
            <a:r>
              <a:rPr lang="en-US" sz="2000" b="1" dirty="0"/>
              <a:t> </a:t>
            </a:r>
            <a:r>
              <a:rPr lang="en-US" sz="2000" b="1" dirty="0" err="1"/>
              <a:t>Menggapai</a:t>
            </a:r>
            <a:r>
              <a:rPr lang="en-US" sz="2000" b="1" dirty="0"/>
              <a:t> </a:t>
            </a:r>
            <a:r>
              <a:rPr lang="en-US" sz="2000" b="1" dirty="0" err="1"/>
              <a:t>Kesuksesan</a:t>
            </a:r>
            <a:r>
              <a:rPr lang="en-US" sz="2000" b="1" dirty="0"/>
              <a:t> </a:t>
            </a:r>
            <a:r>
              <a:rPr lang="en-US" sz="2000" b="1" dirty="0" err="1"/>
              <a:t>Anak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1352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841" y="0"/>
            <a:ext cx="773015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705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805447-6CCD-4C1C-8020-836E1D684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51470"/>
            <a:ext cx="7560840" cy="38164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5BCA64-2014-4B65-8344-49F4975B89BD}"/>
              </a:ext>
            </a:extLst>
          </p:cNvPr>
          <p:cNvSpPr txBox="1"/>
          <p:nvPr/>
        </p:nvSpPr>
        <p:spPr>
          <a:xfrm>
            <a:off x="1763688" y="4155926"/>
            <a:ext cx="7128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err="1"/>
              <a:t>SukSes</a:t>
            </a:r>
            <a:r>
              <a:rPr lang="en-US" sz="4000" b="1" dirty="0"/>
              <a:t> = </a:t>
            </a:r>
            <a:r>
              <a:rPr lang="en-US" sz="4000" b="1" dirty="0" err="1"/>
              <a:t>Suka</a:t>
            </a:r>
            <a:r>
              <a:rPr lang="en-US" sz="4000" b="1" dirty="0"/>
              <a:t> Proses</a:t>
            </a:r>
          </a:p>
        </p:txBody>
      </p:sp>
    </p:spTree>
    <p:extLst>
      <p:ext uri="{BB962C8B-B14F-4D97-AF65-F5344CB8AC3E}">
        <p14:creationId xmlns:p14="http://schemas.microsoft.com/office/powerpoint/2010/main" val="4018865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E61A46-D1A6-49A8-B5BD-E6B1356B5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1"/>
            <a:ext cx="3203848" cy="510975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563888" y="123478"/>
            <a:ext cx="5292080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altLang="en-US" sz="4400" b="1" dirty="0">
                <a:latin typeface="Lucida Calligraphy" panose="03010101010101010101" pitchFamily="66" charset="0"/>
              </a:rPr>
              <a:t>Suk-</a:t>
            </a:r>
            <a:r>
              <a:rPr lang="en-US" altLang="en-US" sz="4400" b="1" dirty="0" err="1">
                <a:latin typeface="Lucida Calligraphy" panose="03010101010101010101" pitchFamily="66" charset="0"/>
              </a:rPr>
              <a:t>Ses</a:t>
            </a:r>
            <a:endParaRPr lang="en-US" altLang="en-US" sz="4400" b="1" dirty="0">
              <a:latin typeface="Lucida Calligraphy" panose="03010101010101010101" pitchFamily="66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altLang="en-US" sz="2800" b="1" dirty="0" err="1">
                <a:latin typeface="Lucida Calligraphy" panose="03010101010101010101" pitchFamily="66" charset="0"/>
              </a:rPr>
              <a:t>Suka</a:t>
            </a:r>
            <a:r>
              <a:rPr lang="en-US" altLang="en-US" sz="2800" b="1" dirty="0">
                <a:latin typeface="Lucida Calligraphy" panose="03010101010101010101" pitchFamily="66" charset="0"/>
              </a:rPr>
              <a:t> Proses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altLang="en-US" sz="2800" b="1" dirty="0">
                <a:latin typeface="Lucida Calligraphy" panose="03010101010101010101" pitchFamily="66" charset="0"/>
              </a:rPr>
              <a:t>------------------------------------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altLang="en-US" sz="2800" b="1" dirty="0" err="1">
                <a:latin typeface="Lucida Calligraphy" panose="03010101010101010101" pitchFamily="66" charset="0"/>
              </a:rPr>
              <a:t>Ikuti</a:t>
            </a:r>
            <a:r>
              <a:rPr lang="en-US" altLang="en-US" sz="2800" b="1" dirty="0">
                <a:latin typeface="Lucida Calligraphy" panose="03010101010101010101" pitchFamily="66" charset="0"/>
              </a:rPr>
              <a:t> </a:t>
            </a:r>
            <a:r>
              <a:rPr lang="en-US" altLang="en-US" sz="2800" b="1" dirty="0" err="1">
                <a:latin typeface="Lucida Calligraphy" panose="03010101010101010101" pitchFamily="66" charset="0"/>
              </a:rPr>
              <a:t>Hukum</a:t>
            </a:r>
            <a:r>
              <a:rPr lang="en-US" altLang="en-US" sz="2800" b="1" dirty="0">
                <a:latin typeface="Lucida Calligraphy" panose="03010101010101010101" pitchFamily="66" charset="0"/>
              </a:rPr>
              <a:t> </a:t>
            </a:r>
            <a:r>
              <a:rPr lang="en-US" altLang="en-US" sz="2800" b="1" dirty="0" err="1">
                <a:latin typeface="Lucida Calligraphy" panose="03010101010101010101" pitchFamily="66" charset="0"/>
              </a:rPr>
              <a:t>Alam</a:t>
            </a:r>
            <a:endParaRPr lang="en-US" altLang="en-US" sz="2800" b="1" dirty="0">
              <a:latin typeface="Lucida Calligraphy" panose="03010101010101010101" pitchFamily="66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altLang="en-US" sz="2800" b="1" dirty="0">
                <a:latin typeface="Lucida Calligraphy" panose="03010101010101010101" pitchFamily="66" charset="0"/>
              </a:rPr>
              <a:t>-------------------------------------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altLang="en-US" sz="2800" b="1" dirty="0" err="1">
                <a:latin typeface="Lucida Calligraphy" panose="03010101010101010101" pitchFamily="66" charset="0"/>
              </a:rPr>
              <a:t>Rajin</a:t>
            </a:r>
            <a:r>
              <a:rPr lang="en-US" altLang="en-US" sz="2800" b="1" dirty="0">
                <a:latin typeface="Lucida Calligraphy" panose="03010101010101010101" pitchFamily="66" charset="0"/>
              </a:rPr>
              <a:t> ----  </a:t>
            </a:r>
            <a:r>
              <a:rPr lang="en-US" altLang="en-US" sz="2800" b="1" dirty="0" err="1">
                <a:latin typeface="Lucida Calligraphy" panose="03010101010101010101" pitchFamily="66" charset="0"/>
              </a:rPr>
              <a:t>Berhasil</a:t>
            </a:r>
            <a:endParaRPr lang="en-US" altLang="en-US" sz="2800" b="1" dirty="0">
              <a:latin typeface="Lucida Calligraphy" panose="03010101010101010101" pitchFamily="66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altLang="en-US" sz="2800" b="1" dirty="0" err="1">
                <a:latin typeface="Lucida Calligraphy" panose="03010101010101010101" pitchFamily="66" charset="0"/>
              </a:rPr>
              <a:t>Tekun</a:t>
            </a:r>
            <a:r>
              <a:rPr lang="en-US" altLang="en-US" sz="2800" b="1" dirty="0">
                <a:latin typeface="Lucida Calligraphy" panose="03010101010101010101" pitchFamily="66" charset="0"/>
              </a:rPr>
              <a:t> ---- </a:t>
            </a:r>
            <a:r>
              <a:rPr lang="en-US" altLang="en-US" sz="2800" b="1" dirty="0" err="1">
                <a:latin typeface="Lucida Calligraphy" panose="03010101010101010101" pitchFamily="66" charset="0"/>
              </a:rPr>
              <a:t>Tekan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503336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5F3915-F99A-4D51-9160-BD7E6E28B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00658"/>
            <a:ext cx="9144000" cy="624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25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0"/>
            <a:ext cx="759633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177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0"/>
            <a:ext cx="759633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216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A47F91-7238-4000-B43B-1B7B36EA34F6}"/>
              </a:ext>
            </a:extLst>
          </p:cNvPr>
          <p:cNvSpPr txBox="1"/>
          <p:nvPr/>
        </p:nvSpPr>
        <p:spPr>
          <a:xfrm>
            <a:off x="3131840" y="101843"/>
            <a:ext cx="6624736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000" b="1" dirty="0" err="1"/>
              <a:t>Berani</a:t>
            </a:r>
            <a:r>
              <a:rPr lang="en-US" sz="4000" b="1" dirty="0"/>
              <a:t> </a:t>
            </a:r>
            <a:r>
              <a:rPr lang="en-US" sz="4000" b="1" dirty="0" err="1"/>
              <a:t>Memulai</a:t>
            </a:r>
            <a:endParaRPr lang="en-US" sz="4000" b="1" dirty="0"/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000" b="1" dirty="0" err="1"/>
              <a:t>Introspeksi</a:t>
            </a:r>
            <a:r>
              <a:rPr lang="en-US" sz="4000" b="1" dirty="0"/>
              <a:t> </a:t>
            </a:r>
            <a:r>
              <a:rPr lang="en-US" sz="4000" b="1" dirty="0" err="1"/>
              <a:t>Diri</a:t>
            </a:r>
            <a:endParaRPr lang="en-US" sz="4000" b="1" dirty="0"/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000" b="1" dirty="0" err="1"/>
              <a:t>Tanpa</a:t>
            </a:r>
            <a:r>
              <a:rPr lang="en-US" sz="4000" b="1" dirty="0"/>
              <a:t> </a:t>
            </a:r>
            <a:r>
              <a:rPr lang="en-US" sz="4000" b="1" dirty="0" err="1"/>
              <a:t>Tapi</a:t>
            </a:r>
            <a:endParaRPr lang="en-US" sz="4000" b="1" dirty="0"/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000" b="1" dirty="0" err="1"/>
              <a:t>Tanpa</a:t>
            </a:r>
            <a:r>
              <a:rPr lang="en-US" sz="4000" b="1" dirty="0"/>
              <a:t> </a:t>
            </a:r>
            <a:r>
              <a:rPr lang="en-US" sz="4000" b="1" dirty="0" err="1"/>
              <a:t>Nanti</a:t>
            </a:r>
            <a:endParaRPr lang="en-US" sz="4000" b="1" dirty="0"/>
          </a:p>
          <a:p>
            <a:pPr algn="ctr">
              <a:lnSpc>
                <a:spcPct val="150000"/>
              </a:lnSpc>
            </a:pPr>
            <a:r>
              <a:rPr lang="en-US" sz="4000" b="1" dirty="0"/>
              <a:t>-------------------------</a:t>
            </a:r>
          </a:p>
          <a:p>
            <a:pPr algn="ctr">
              <a:lnSpc>
                <a:spcPct val="150000"/>
              </a:lnSpc>
            </a:pPr>
            <a:r>
              <a:rPr lang="en-US" sz="4000" b="1" dirty="0" err="1"/>
              <a:t>Orangtua</a:t>
            </a:r>
            <a:r>
              <a:rPr lang="en-US" sz="4000" b="1" dirty="0"/>
              <a:t> - </a:t>
            </a:r>
            <a:r>
              <a:rPr lang="en-US" sz="4000" b="1" dirty="0" err="1"/>
              <a:t>Anak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56388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110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718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8BD447-83D2-4AA1-AA50-87E4C70B0DDA}"/>
              </a:ext>
            </a:extLst>
          </p:cNvPr>
          <p:cNvSpPr txBox="1"/>
          <p:nvPr/>
        </p:nvSpPr>
        <p:spPr>
          <a:xfrm>
            <a:off x="2267744" y="-28237"/>
            <a:ext cx="7452320" cy="5171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Bisa </a:t>
            </a:r>
            <a:r>
              <a:rPr lang="en-US" sz="3200" b="1" dirty="0" err="1"/>
              <a:t>Menjadi</a:t>
            </a:r>
            <a:r>
              <a:rPr lang="en-US" sz="3200" b="1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200" b="1" dirty="0" err="1"/>
              <a:t>Seorang</a:t>
            </a:r>
            <a:r>
              <a:rPr lang="en-US" sz="3200" b="1" dirty="0"/>
              <a:t> Ayah / Ibu </a:t>
            </a:r>
          </a:p>
          <a:p>
            <a:pPr algn="ctr">
              <a:lnSpc>
                <a:spcPct val="150000"/>
              </a:lnSpc>
            </a:pPr>
            <a:r>
              <a:rPr lang="en-US" sz="3200" b="1" dirty="0"/>
              <a:t>Adalah </a:t>
            </a:r>
            <a:r>
              <a:rPr lang="en-US" sz="3200" b="1" dirty="0" err="1"/>
              <a:t>Sebuah</a:t>
            </a:r>
            <a:r>
              <a:rPr lang="en-US" sz="3200" b="1" dirty="0"/>
              <a:t> </a:t>
            </a:r>
            <a:r>
              <a:rPr lang="en-US" sz="3200" b="1" dirty="0" err="1"/>
              <a:t>Karunia</a:t>
            </a:r>
            <a:r>
              <a:rPr lang="en-US" sz="3200" b="1" dirty="0"/>
              <a:t>,</a:t>
            </a:r>
          </a:p>
          <a:p>
            <a:pPr algn="ctr">
              <a:lnSpc>
                <a:spcPct val="150000"/>
              </a:lnSpc>
            </a:pPr>
            <a:r>
              <a:rPr lang="en-US" sz="3200" b="1" dirty="0" err="1"/>
              <a:t>Tetapi</a:t>
            </a:r>
            <a:r>
              <a:rPr lang="en-US" sz="3200" b="1" dirty="0"/>
              <a:t> </a:t>
            </a:r>
            <a:r>
              <a:rPr lang="en-US" sz="3200" b="1" dirty="0" err="1"/>
              <a:t>Mengijinkan</a:t>
            </a:r>
            <a:r>
              <a:rPr lang="en-US" sz="3200" b="1" dirty="0"/>
              <a:t> </a:t>
            </a:r>
            <a:r>
              <a:rPr lang="en-US" sz="3200" b="1" dirty="0" err="1"/>
              <a:t>Diri</a:t>
            </a:r>
            <a:endParaRPr lang="en-US" sz="3200" b="1" dirty="0"/>
          </a:p>
          <a:p>
            <a:pPr algn="ctr">
              <a:lnSpc>
                <a:spcPct val="150000"/>
              </a:lnSpc>
            </a:pPr>
            <a:r>
              <a:rPr lang="en-US" sz="3200" b="1" dirty="0" err="1"/>
              <a:t>Menjadi</a:t>
            </a:r>
            <a:r>
              <a:rPr lang="en-US" sz="3200" b="1" dirty="0"/>
              <a:t> </a:t>
            </a:r>
            <a:r>
              <a:rPr lang="en-US" sz="3200" b="1" dirty="0" err="1"/>
              <a:t>Orangtua</a:t>
            </a:r>
            <a:r>
              <a:rPr lang="en-US" sz="3200" b="1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200" b="1" dirty="0"/>
              <a:t>Yang Keren dan </a:t>
            </a:r>
            <a:r>
              <a:rPr lang="en-US" sz="3200" b="1" dirty="0" err="1"/>
              <a:t>Luar</a:t>
            </a:r>
            <a:r>
              <a:rPr lang="en-US" sz="3200" b="1" dirty="0"/>
              <a:t> </a:t>
            </a:r>
            <a:r>
              <a:rPr lang="en-US" sz="3200" b="1" dirty="0" err="1"/>
              <a:t>Biasa</a:t>
            </a:r>
            <a:r>
              <a:rPr lang="en-US" sz="3200" b="1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200" b="1" dirty="0"/>
              <a:t>Adalah </a:t>
            </a:r>
            <a:r>
              <a:rPr lang="en-US" sz="3200" b="1" dirty="0" err="1"/>
              <a:t>Sebuah</a:t>
            </a:r>
            <a:r>
              <a:rPr lang="en-US" sz="3200" b="1" dirty="0"/>
              <a:t> </a:t>
            </a:r>
            <a:r>
              <a:rPr lang="en-US" sz="3200" b="1" dirty="0" err="1"/>
              <a:t>Pilihan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82544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8BD447-83D2-4AA1-AA50-87E4C70B0DDA}"/>
              </a:ext>
            </a:extLst>
          </p:cNvPr>
          <p:cNvSpPr txBox="1"/>
          <p:nvPr/>
        </p:nvSpPr>
        <p:spPr>
          <a:xfrm>
            <a:off x="2483768" y="-14119"/>
            <a:ext cx="74523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Bisa </a:t>
            </a:r>
            <a:r>
              <a:rPr lang="en-US" sz="3200" b="1" dirty="0" err="1"/>
              <a:t>Menjadi</a:t>
            </a:r>
            <a:r>
              <a:rPr lang="en-US" sz="3200" b="1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200" b="1" dirty="0" err="1"/>
              <a:t>Seorang</a:t>
            </a:r>
            <a:r>
              <a:rPr lang="en-US" sz="3200" b="1" dirty="0"/>
              <a:t> </a:t>
            </a:r>
            <a:r>
              <a:rPr lang="en-US" sz="3200" b="1" dirty="0" err="1"/>
              <a:t>Siswa</a:t>
            </a:r>
            <a:endParaRPr lang="en-US" sz="3200" b="1" dirty="0"/>
          </a:p>
          <a:p>
            <a:pPr algn="ctr">
              <a:lnSpc>
                <a:spcPct val="150000"/>
              </a:lnSpc>
            </a:pPr>
            <a:r>
              <a:rPr lang="en-US" sz="3200" b="1" dirty="0"/>
              <a:t>Adalah </a:t>
            </a:r>
            <a:r>
              <a:rPr lang="en-US" sz="3200" b="1" dirty="0" err="1"/>
              <a:t>Sebuah</a:t>
            </a:r>
            <a:r>
              <a:rPr lang="en-US" sz="3200" b="1" dirty="0"/>
              <a:t> </a:t>
            </a:r>
            <a:r>
              <a:rPr lang="en-US" sz="3200" b="1" dirty="0" err="1"/>
              <a:t>Karunia</a:t>
            </a:r>
            <a:r>
              <a:rPr lang="en-US" sz="3200" b="1" dirty="0"/>
              <a:t>,</a:t>
            </a:r>
          </a:p>
          <a:p>
            <a:pPr algn="ctr">
              <a:lnSpc>
                <a:spcPct val="150000"/>
              </a:lnSpc>
            </a:pPr>
            <a:r>
              <a:rPr lang="en-US" sz="3200" b="1" dirty="0" err="1"/>
              <a:t>Tetapi</a:t>
            </a:r>
            <a:r>
              <a:rPr lang="en-US" sz="3200" b="1" dirty="0"/>
              <a:t> </a:t>
            </a:r>
            <a:r>
              <a:rPr lang="en-US" sz="3200" b="1" dirty="0" err="1"/>
              <a:t>Mengizinkan</a:t>
            </a:r>
            <a:r>
              <a:rPr lang="en-US" sz="3200" b="1" dirty="0"/>
              <a:t> Diri</a:t>
            </a:r>
          </a:p>
          <a:p>
            <a:pPr algn="ctr">
              <a:lnSpc>
                <a:spcPct val="150000"/>
              </a:lnSpc>
            </a:pPr>
            <a:r>
              <a:rPr lang="en-US" sz="3200" b="1" dirty="0" err="1"/>
              <a:t>Menjadi</a:t>
            </a:r>
            <a:r>
              <a:rPr lang="en-US" sz="3200" b="1" dirty="0"/>
              <a:t> </a:t>
            </a:r>
            <a:r>
              <a:rPr lang="en-US" sz="3200" b="1" dirty="0" err="1"/>
              <a:t>Siswa</a:t>
            </a:r>
            <a:endParaRPr lang="en-US" sz="3200" b="1" dirty="0"/>
          </a:p>
          <a:p>
            <a:pPr algn="ctr">
              <a:lnSpc>
                <a:spcPct val="150000"/>
              </a:lnSpc>
            </a:pPr>
            <a:r>
              <a:rPr lang="en-US" sz="3200" b="1" dirty="0"/>
              <a:t>Yang Keren dan </a:t>
            </a:r>
            <a:r>
              <a:rPr lang="en-US" sz="3200" b="1" dirty="0" err="1"/>
              <a:t>Luar</a:t>
            </a:r>
            <a:r>
              <a:rPr lang="en-US" sz="3200" b="1" dirty="0"/>
              <a:t> </a:t>
            </a:r>
            <a:r>
              <a:rPr lang="en-US" sz="3200" b="1" dirty="0" err="1"/>
              <a:t>Biasa</a:t>
            </a:r>
            <a:r>
              <a:rPr lang="en-US" sz="3200" b="1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200" b="1" dirty="0"/>
              <a:t>Adalah </a:t>
            </a:r>
            <a:r>
              <a:rPr lang="en-US" sz="3200" b="1" dirty="0" err="1"/>
              <a:t>Sebuah</a:t>
            </a:r>
            <a:r>
              <a:rPr lang="en-US" sz="3200" b="1" dirty="0"/>
              <a:t> </a:t>
            </a:r>
            <a:r>
              <a:rPr lang="en-US" sz="3200" b="1" dirty="0" err="1"/>
              <a:t>Pilihan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E61A46-D1A6-49A8-B5BD-E6B1356B5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1"/>
            <a:ext cx="3203848" cy="510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826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5D99EB-E617-43CB-8D40-51EF64D4FBFF}"/>
              </a:ext>
            </a:extLst>
          </p:cNvPr>
          <p:cNvSpPr txBox="1"/>
          <p:nvPr/>
        </p:nvSpPr>
        <p:spPr>
          <a:xfrm>
            <a:off x="2339752" y="195486"/>
            <a:ext cx="70922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800" b="1" dirty="0">
                <a:latin typeface="Monotype Corsiva" panose="03010101010201010101" pitchFamily="66" charset="0"/>
              </a:rPr>
              <a:t>Jika </a:t>
            </a:r>
            <a:r>
              <a:rPr lang="en-US" sz="4800" b="1" dirty="0" err="1">
                <a:latin typeface="Monotype Corsiva" panose="03010101010201010101" pitchFamily="66" charset="0"/>
              </a:rPr>
              <a:t>Ingin</a:t>
            </a:r>
            <a:r>
              <a:rPr lang="en-US" sz="4800" b="1" dirty="0">
                <a:latin typeface="Monotype Corsiva" panose="03010101010201010101" pitchFamily="66" charset="0"/>
              </a:rPr>
              <a:t> punya Anak2 </a:t>
            </a:r>
          </a:p>
          <a:p>
            <a:pPr algn="ctr">
              <a:lnSpc>
                <a:spcPct val="150000"/>
              </a:lnSpc>
            </a:pPr>
            <a:r>
              <a:rPr lang="en-US" sz="4800" b="1" dirty="0">
                <a:latin typeface="Monotype Corsiva" panose="03010101010201010101" pitchFamily="66" charset="0"/>
              </a:rPr>
              <a:t>yang  </a:t>
            </a:r>
            <a:r>
              <a:rPr lang="en-US" sz="4800" b="1" dirty="0" err="1">
                <a:latin typeface="Monotype Corsiva" panose="03010101010201010101" pitchFamily="66" charset="0"/>
              </a:rPr>
              <a:t>Luar</a:t>
            </a:r>
            <a:r>
              <a:rPr lang="en-US" sz="4800" b="1" dirty="0">
                <a:latin typeface="Monotype Corsiva" panose="03010101010201010101" pitchFamily="66" charset="0"/>
              </a:rPr>
              <a:t> </a:t>
            </a:r>
            <a:r>
              <a:rPr lang="en-US" sz="4800" b="1" dirty="0" err="1">
                <a:latin typeface="Monotype Corsiva" panose="03010101010201010101" pitchFamily="66" charset="0"/>
              </a:rPr>
              <a:t>Biasa</a:t>
            </a:r>
            <a:r>
              <a:rPr lang="en-US" sz="4800" b="1" dirty="0">
                <a:latin typeface="Monotype Corsiva" panose="03010101010201010101" pitchFamily="66" charset="0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en-US" sz="4800" b="1" dirty="0" err="1">
                <a:latin typeface="Monotype Corsiva" panose="03010101010201010101" pitchFamily="66" charset="0"/>
              </a:rPr>
              <a:t>Orangtuanya</a:t>
            </a:r>
            <a:r>
              <a:rPr lang="en-US" sz="4800" b="1" dirty="0">
                <a:latin typeface="Monotype Corsiva" panose="03010101010201010101" pitchFamily="66" charset="0"/>
              </a:rPr>
              <a:t> </a:t>
            </a:r>
            <a:r>
              <a:rPr lang="en-US" sz="4800" b="1" dirty="0" err="1">
                <a:latin typeface="Monotype Corsiva" panose="03010101010201010101" pitchFamily="66" charset="0"/>
              </a:rPr>
              <a:t>juga</a:t>
            </a:r>
            <a:r>
              <a:rPr lang="en-US" sz="4800" b="1" dirty="0">
                <a:latin typeface="Monotype Corsiva" panose="03010101010201010101" pitchFamily="66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4800" b="1" dirty="0" err="1">
                <a:latin typeface="Monotype Corsiva" panose="03010101010201010101" pitchFamily="66" charset="0"/>
              </a:rPr>
              <a:t>Harus</a:t>
            </a:r>
            <a:r>
              <a:rPr lang="en-US" sz="4800" b="1" dirty="0">
                <a:latin typeface="Monotype Corsiva" panose="03010101010201010101" pitchFamily="66" charset="0"/>
              </a:rPr>
              <a:t> </a:t>
            </a:r>
            <a:r>
              <a:rPr lang="en-US" sz="4800" b="1" dirty="0" err="1">
                <a:latin typeface="Monotype Corsiva" panose="03010101010201010101" pitchFamily="66" charset="0"/>
              </a:rPr>
              <a:t>Luar</a:t>
            </a:r>
            <a:r>
              <a:rPr lang="en-US" sz="4800" b="1" dirty="0">
                <a:latin typeface="Monotype Corsiva" panose="03010101010201010101" pitchFamily="66" charset="0"/>
              </a:rPr>
              <a:t> </a:t>
            </a:r>
            <a:r>
              <a:rPr lang="en-US" sz="4800" b="1" dirty="0" err="1">
                <a:latin typeface="Monotype Corsiva" panose="03010101010201010101" pitchFamily="66" charset="0"/>
              </a:rPr>
              <a:t>Biasa</a:t>
            </a:r>
            <a:endParaRPr lang="en-US" sz="4800" b="1" dirty="0">
              <a:latin typeface="Monotype Corsiva" panose="03010101010201010101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C1EF20-924A-D249-4E4C-15A0E10FF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718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820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7F5F5D-F05B-4B3E-848A-D19058542713}"/>
              </a:ext>
            </a:extLst>
          </p:cNvPr>
          <p:cNvSpPr txBox="1"/>
          <p:nvPr/>
        </p:nvSpPr>
        <p:spPr>
          <a:xfrm>
            <a:off x="4211960" y="339502"/>
            <a:ext cx="45588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 err="1"/>
              <a:t>Anak-anak</a:t>
            </a:r>
            <a:r>
              <a:rPr lang="en-US" sz="2800" b="1" dirty="0"/>
              <a:t> </a:t>
            </a:r>
            <a:r>
              <a:rPr lang="en-US" sz="2800" b="1" dirty="0" err="1"/>
              <a:t>bisa</a:t>
            </a:r>
            <a:endParaRPr lang="en-US" sz="2800" b="1" dirty="0"/>
          </a:p>
          <a:p>
            <a:pPr algn="ctr">
              <a:lnSpc>
                <a:spcPct val="150000"/>
              </a:lnSpc>
            </a:pPr>
            <a:r>
              <a:rPr lang="en-US" sz="2800" b="1" dirty="0" err="1"/>
              <a:t>Menjadi</a:t>
            </a:r>
            <a:r>
              <a:rPr lang="en-US" sz="2800" b="1" dirty="0"/>
              <a:t> </a:t>
            </a:r>
            <a:r>
              <a:rPr lang="en-US" sz="2800" b="1" dirty="0" err="1"/>
              <a:t>apapun</a:t>
            </a:r>
            <a:endParaRPr lang="en-US" sz="2800" b="1" dirty="0"/>
          </a:p>
          <a:p>
            <a:pPr algn="ctr">
              <a:lnSpc>
                <a:spcPct val="150000"/>
              </a:lnSpc>
            </a:pPr>
            <a:r>
              <a:rPr lang="en-US" sz="2800" b="1" dirty="0"/>
              <a:t>Yang </a:t>
            </a:r>
            <a:r>
              <a:rPr lang="en-US" sz="2800" b="1" dirty="0" err="1"/>
              <a:t>diinginkan</a:t>
            </a:r>
            <a:endParaRPr lang="en-US" sz="2800" b="1" dirty="0"/>
          </a:p>
          <a:p>
            <a:pPr algn="ctr">
              <a:lnSpc>
                <a:spcPct val="150000"/>
              </a:lnSpc>
            </a:pPr>
            <a:r>
              <a:rPr lang="en-US" sz="2800" b="1" dirty="0" err="1"/>
              <a:t>Kalau</a:t>
            </a:r>
            <a:r>
              <a:rPr lang="en-US" sz="2800" b="1" dirty="0"/>
              <a:t>: BENAR2  MAU</a:t>
            </a:r>
          </a:p>
          <a:p>
            <a:pPr algn="ctr">
              <a:lnSpc>
                <a:spcPct val="150000"/>
              </a:lnSpc>
            </a:pPr>
            <a:r>
              <a:rPr lang="en-US" sz="2800" b="1" dirty="0"/>
              <a:t>---------------------------</a:t>
            </a:r>
          </a:p>
          <a:p>
            <a:pPr algn="ctr">
              <a:lnSpc>
                <a:spcPct val="150000"/>
              </a:lnSpc>
            </a:pPr>
            <a:r>
              <a:rPr lang="en-US" sz="2800" b="1" dirty="0"/>
              <a:t>MAU ------ BISA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0C6BE0-0E82-D930-2B87-7764CA707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1987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611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7675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3688" y="3943171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err="1"/>
              <a:t>Ciptakan</a:t>
            </a:r>
            <a:r>
              <a:rPr lang="en-US" sz="2400" b="1" dirty="0"/>
              <a:t> </a:t>
            </a:r>
            <a:r>
              <a:rPr lang="en-US" sz="2400" b="1" dirty="0" err="1"/>
              <a:t>Lingkungan</a:t>
            </a:r>
            <a:r>
              <a:rPr lang="en-US" sz="2400" b="1" dirty="0"/>
              <a:t> </a:t>
            </a:r>
            <a:r>
              <a:rPr lang="en-US" sz="2400" b="1" dirty="0" err="1"/>
              <a:t>Belajar</a:t>
            </a:r>
            <a:r>
              <a:rPr lang="en-US" sz="2400" b="1" dirty="0"/>
              <a:t> </a:t>
            </a:r>
            <a:r>
              <a:rPr lang="en-US" sz="2400" b="1" dirty="0" err="1"/>
              <a:t>Aman</a:t>
            </a:r>
            <a:r>
              <a:rPr lang="en-US" sz="2400" b="1" dirty="0"/>
              <a:t> &amp; </a:t>
            </a:r>
            <a:r>
              <a:rPr lang="en-US" sz="2400" b="1" dirty="0" err="1"/>
              <a:t>Nyaman</a:t>
            </a:r>
            <a:r>
              <a:rPr lang="en-US" sz="2400" b="1" dirty="0"/>
              <a:t>,</a:t>
            </a:r>
          </a:p>
          <a:p>
            <a:pPr algn="ctr">
              <a:lnSpc>
                <a:spcPct val="150000"/>
              </a:lnSpc>
            </a:pPr>
            <a:r>
              <a:rPr lang="en-US" sz="2400" b="1" dirty="0" err="1"/>
              <a:t>Anak</a:t>
            </a:r>
            <a:r>
              <a:rPr lang="en-US" sz="2400" b="1" dirty="0"/>
              <a:t> </a:t>
            </a:r>
            <a:r>
              <a:rPr lang="en-US" sz="2400" b="1" dirty="0" err="1"/>
              <a:t>Senang</a:t>
            </a:r>
            <a:r>
              <a:rPr lang="en-US" sz="2400" b="1" dirty="0"/>
              <a:t> </a:t>
            </a:r>
            <a:r>
              <a:rPr lang="en-US" sz="2400" b="1" dirty="0" err="1"/>
              <a:t>Mengikuti</a:t>
            </a:r>
            <a:r>
              <a:rPr lang="en-US" sz="2400" b="1" dirty="0"/>
              <a:t> Proses </a:t>
            </a:r>
            <a:r>
              <a:rPr lang="en-US" sz="2400" b="1" dirty="0" err="1"/>
              <a:t>Pendidikan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43483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EF181F-32C3-4934-AA9C-09D4D4E9EA44}"/>
              </a:ext>
            </a:extLst>
          </p:cNvPr>
          <p:cNvSpPr txBox="1"/>
          <p:nvPr/>
        </p:nvSpPr>
        <p:spPr>
          <a:xfrm>
            <a:off x="2848846" y="1491630"/>
            <a:ext cx="630019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/>
              <a:t>Pendidikan adalah </a:t>
            </a:r>
          </a:p>
          <a:p>
            <a:pPr algn="ctr">
              <a:lnSpc>
                <a:spcPct val="150000"/>
              </a:lnSpc>
            </a:pPr>
            <a:r>
              <a:rPr lang="en-US" sz="2800" b="1" dirty="0"/>
              <a:t>Salah </a:t>
            </a:r>
            <a:r>
              <a:rPr lang="en-US" sz="2800" b="1" dirty="0" err="1"/>
              <a:t>Satu</a:t>
            </a:r>
            <a:r>
              <a:rPr lang="en-US" sz="2800" b="1" dirty="0"/>
              <a:t> Cara yang </a:t>
            </a:r>
            <a:r>
              <a:rPr lang="en-US" sz="2800" b="1" dirty="0" err="1"/>
              <a:t>Efektif</a:t>
            </a:r>
            <a:endParaRPr lang="en-US" sz="2800" b="1" dirty="0"/>
          </a:p>
          <a:p>
            <a:pPr algn="ctr">
              <a:lnSpc>
                <a:spcPct val="150000"/>
              </a:lnSpc>
            </a:pPr>
            <a:r>
              <a:rPr lang="en-US" sz="2800" b="1" dirty="0"/>
              <a:t>Untuk </a:t>
            </a:r>
            <a:r>
              <a:rPr lang="en-US" sz="2800" b="1" dirty="0" err="1"/>
              <a:t>Meningkatkan</a:t>
            </a:r>
            <a:r>
              <a:rPr lang="en-US" sz="2800" b="1" dirty="0"/>
              <a:t> </a:t>
            </a:r>
            <a:r>
              <a:rPr lang="en-US" sz="2800" b="1" dirty="0" err="1"/>
              <a:t>Kualitas</a:t>
            </a:r>
            <a:r>
              <a:rPr lang="en-US" sz="2800" b="1" dirty="0"/>
              <a:t> </a:t>
            </a:r>
            <a:r>
              <a:rPr lang="en-US" sz="2800" b="1" dirty="0" err="1"/>
              <a:t>Diri</a:t>
            </a:r>
            <a:r>
              <a:rPr lang="en-US" sz="2800" b="1" dirty="0"/>
              <a:t>, </a:t>
            </a:r>
          </a:p>
          <a:p>
            <a:pPr algn="ctr">
              <a:lnSpc>
                <a:spcPct val="150000"/>
              </a:lnSpc>
            </a:pPr>
            <a:r>
              <a:rPr lang="en-US" sz="2800" b="1" dirty="0"/>
              <a:t>dan Juga Untuk </a:t>
            </a:r>
            <a:r>
              <a:rPr lang="en-US" sz="2800" b="1" dirty="0" err="1"/>
              <a:t>Memutus</a:t>
            </a:r>
            <a:r>
              <a:rPr lang="en-US" sz="2800" b="1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en-US" sz="2800" b="1" dirty="0"/>
              <a:t>Mata </a:t>
            </a:r>
            <a:r>
              <a:rPr lang="en-US" sz="2800" b="1" dirty="0" err="1"/>
              <a:t>Rantai</a:t>
            </a:r>
            <a:r>
              <a:rPr lang="en-US" sz="2800" b="1" dirty="0"/>
              <a:t> </a:t>
            </a:r>
            <a:r>
              <a:rPr lang="en-US" sz="2800" b="1" dirty="0" err="1"/>
              <a:t>Kemiskinan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ED9710-2D22-44F5-8F0E-CC316E340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27784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67944" y="123478"/>
            <a:ext cx="3816424" cy="10156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/>
              <a:t>Cita-Cita</a:t>
            </a:r>
            <a:r>
              <a:rPr lang="en-US" sz="2000" b="1" dirty="0"/>
              <a:t> </a:t>
            </a:r>
            <a:r>
              <a:rPr lang="en-US" sz="2000" b="1" dirty="0" err="1"/>
              <a:t>Besar</a:t>
            </a:r>
            <a:r>
              <a:rPr lang="en-US" sz="2000" b="1" dirty="0"/>
              <a:t> </a:t>
            </a:r>
            <a:r>
              <a:rPr lang="en-US" sz="2000" b="1" dirty="0" err="1"/>
              <a:t>Dimulai</a:t>
            </a:r>
            <a:r>
              <a:rPr lang="en-US" sz="2000" b="1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en-US" sz="2000" b="1" dirty="0" err="1"/>
              <a:t>dari</a:t>
            </a:r>
            <a:r>
              <a:rPr lang="en-US" sz="2000" b="1" dirty="0"/>
              <a:t> Usaha Yang </a:t>
            </a:r>
            <a:r>
              <a:rPr lang="en-US" sz="2000" b="1" dirty="0" err="1"/>
              <a:t>Besar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856977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8BD447-83D2-4AA1-AA50-87E4C70B0DDA}"/>
              </a:ext>
            </a:extLst>
          </p:cNvPr>
          <p:cNvSpPr txBox="1"/>
          <p:nvPr/>
        </p:nvSpPr>
        <p:spPr>
          <a:xfrm>
            <a:off x="2843808" y="267494"/>
            <a:ext cx="63001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 err="1"/>
              <a:t>Kesuksesan</a:t>
            </a:r>
            <a:r>
              <a:rPr lang="en-US" sz="3200" dirty="0"/>
              <a:t> </a:t>
            </a:r>
            <a:r>
              <a:rPr lang="en-US" sz="3200" dirty="0" err="1"/>
              <a:t>Seseorang</a:t>
            </a:r>
            <a:r>
              <a:rPr lang="en-US" sz="3200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200" dirty="0"/>
              <a:t>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selalu</a:t>
            </a:r>
            <a:r>
              <a:rPr lang="en-US" sz="3200" dirty="0"/>
              <a:t>  </a:t>
            </a:r>
            <a:r>
              <a:rPr lang="en-US" sz="3200" dirty="0" err="1"/>
              <a:t>tergantung</a:t>
            </a:r>
            <a:r>
              <a:rPr lang="en-US" sz="3200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200" dirty="0" err="1"/>
              <a:t>dari</a:t>
            </a:r>
            <a:r>
              <a:rPr lang="en-US" sz="3200" dirty="0"/>
              <a:t> </a:t>
            </a:r>
            <a:r>
              <a:rPr lang="en-US" sz="3200" dirty="0" err="1"/>
              <a:t>bagaimana</a:t>
            </a:r>
            <a:r>
              <a:rPr lang="en-US" sz="3200" dirty="0"/>
              <a:t> </a:t>
            </a:r>
            <a:r>
              <a:rPr lang="en-US" sz="3200" dirty="0" err="1"/>
              <a:t>latar</a:t>
            </a:r>
            <a:r>
              <a:rPr lang="en-US" sz="3200" dirty="0"/>
              <a:t> </a:t>
            </a:r>
            <a:r>
              <a:rPr lang="en-US" sz="3200" dirty="0" err="1"/>
              <a:t>belakang</a:t>
            </a:r>
            <a:r>
              <a:rPr lang="en-US" sz="3200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200" dirty="0" err="1"/>
              <a:t>Keluarga</a:t>
            </a:r>
            <a:r>
              <a:rPr lang="en-US" sz="3200" dirty="0"/>
              <a:t> </a:t>
            </a:r>
            <a:r>
              <a:rPr lang="en-US" sz="3200" dirty="0" err="1"/>
              <a:t>kita</a:t>
            </a:r>
            <a:r>
              <a:rPr lang="en-US" sz="3200" dirty="0"/>
              <a:t>, </a:t>
            </a:r>
            <a:r>
              <a:rPr lang="en-US" sz="3200" dirty="0" err="1"/>
              <a:t>tetapi</a:t>
            </a:r>
            <a:r>
              <a:rPr lang="en-US" sz="3200" dirty="0"/>
              <a:t> </a:t>
            </a:r>
            <a:r>
              <a:rPr lang="en-US" sz="3200" dirty="0" err="1"/>
              <a:t>sangat</a:t>
            </a:r>
            <a:r>
              <a:rPr lang="en-US" sz="3200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200" dirty="0" err="1"/>
              <a:t>tergantung</a:t>
            </a:r>
            <a:r>
              <a:rPr lang="en-US" sz="3200" dirty="0"/>
              <a:t> </a:t>
            </a:r>
            <a:r>
              <a:rPr lang="en-US" sz="3200" dirty="0" err="1"/>
              <a:t>dari</a:t>
            </a:r>
            <a:r>
              <a:rPr lang="en-US" sz="3200" dirty="0"/>
              <a:t> </a:t>
            </a:r>
            <a:r>
              <a:rPr lang="en-US" sz="3200" dirty="0" err="1"/>
              <a:t>bagaimana</a:t>
            </a:r>
            <a:r>
              <a:rPr lang="en-US" sz="3200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200" b="1" dirty="0" err="1"/>
              <a:t>Keputusan</a:t>
            </a:r>
            <a:r>
              <a:rPr lang="en-US" sz="3200" b="1" dirty="0"/>
              <a:t> </a:t>
            </a:r>
            <a:r>
              <a:rPr lang="en-US" sz="3200" b="1" dirty="0" err="1"/>
              <a:t>kita</a:t>
            </a:r>
            <a:endParaRPr lang="en-US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6F857E-21F3-48A2-8236-BA20ED014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4544" y="0"/>
            <a:ext cx="3384376" cy="566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579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D2FA3C-A1EE-4558-9A97-260F229BE308}"/>
              </a:ext>
            </a:extLst>
          </p:cNvPr>
          <p:cNvSpPr txBox="1"/>
          <p:nvPr/>
        </p:nvSpPr>
        <p:spPr>
          <a:xfrm>
            <a:off x="2915816" y="267494"/>
            <a:ext cx="608416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 err="1"/>
              <a:t>Kunci</a:t>
            </a:r>
            <a:r>
              <a:rPr lang="en-US" sz="2800" b="1" dirty="0"/>
              <a:t> </a:t>
            </a:r>
            <a:r>
              <a:rPr lang="en-US" sz="2800" b="1" dirty="0" err="1"/>
              <a:t>Sukses</a:t>
            </a:r>
            <a:r>
              <a:rPr lang="en-US" sz="2800" b="1" dirty="0"/>
              <a:t> </a:t>
            </a:r>
            <a:r>
              <a:rPr lang="en-US" sz="2800" b="1" dirty="0" err="1"/>
              <a:t>Anak-anak</a:t>
            </a:r>
            <a:r>
              <a:rPr lang="en-US" sz="2800" b="1" dirty="0"/>
              <a:t> :</a:t>
            </a:r>
          </a:p>
          <a:p>
            <a:pPr algn="ctr">
              <a:lnSpc>
                <a:spcPct val="150000"/>
              </a:lnSpc>
            </a:pPr>
            <a:r>
              <a:rPr lang="en-US" sz="2800" b="1" dirty="0"/>
              <a:t>----------------------------------------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b="1" dirty="0" err="1"/>
              <a:t>Taat</a:t>
            </a:r>
            <a:r>
              <a:rPr lang="en-US" sz="2800" b="1" dirty="0"/>
              <a:t> pada Sang </a:t>
            </a:r>
            <a:r>
              <a:rPr lang="en-US" sz="2800" b="1" dirty="0" err="1"/>
              <a:t>Pencipta</a:t>
            </a:r>
            <a:endParaRPr lang="en-US" sz="2800" b="1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b="1" dirty="0" err="1"/>
              <a:t>Patuh</a:t>
            </a:r>
            <a:r>
              <a:rPr lang="en-US" sz="2800" b="1" dirty="0"/>
              <a:t> </a:t>
            </a:r>
            <a:r>
              <a:rPr lang="en-US" sz="2800" b="1" dirty="0" err="1"/>
              <a:t>pada</a:t>
            </a:r>
            <a:r>
              <a:rPr lang="en-US" sz="2800" b="1" dirty="0"/>
              <a:t> </a:t>
            </a:r>
            <a:r>
              <a:rPr lang="en-US" sz="2800" b="1" dirty="0" err="1"/>
              <a:t>Orangtua</a:t>
            </a:r>
            <a:r>
              <a:rPr lang="en-US" sz="2800" b="1" dirty="0"/>
              <a:t> &amp; Guru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b="1" dirty="0"/>
              <a:t>Pilih2 </a:t>
            </a:r>
            <a:r>
              <a:rPr lang="en-US" sz="2800" b="1" dirty="0" err="1"/>
              <a:t>Lingkungan</a:t>
            </a:r>
            <a:r>
              <a:rPr lang="en-US" sz="2800" b="1" dirty="0"/>
              <a:t> yang </a:t>
            </a:r>
            <a:r>
              <a:rPr lang="en-US" sz="2800" b="1" dirty="0" err="1"/>
              <a:t>Baik</a:t>
            </a:r>
            <a:endParaRPr lang="en-US" sz="2800" b="1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b="1" dirty="0" err="1"/>
              <a:t>Rajin</a:t>
            </a:r>
            <a:r>
              <a:rPr lang="en-US" sz="2800" b="1" dirty="0"/>
              <a:t> </a:t>
            </a:r>
            <a:r>
              <a:rPr lang="en-US" sz="2800" b="1" dirty="0" err="1"/>
              <a:t>Belajar</a:t>
            </a:r>
            <a:endParaRPr lang="en-US" sz="2800" b="1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b="1" dirty="0" err="1"/>
              <a:t>Managemen</a:t>
            </a:r>
            <a:r>
              <a:rPr lang="en-US" sz="2800" b="1" dirty="0"/>
              <a:t> </a:t>
            </a:r>
            <a:r>
              <a:rPr lang="en-US" sz="2800" b="1" dirty="0" err="1"/>
              <a:t>Waktu</a:t>
            </a:r>
            <a:r>
              <a:rPr lang="en-US" sz="2800" b="1" dirty="0"/>
              <a:t> yang </a:t>
            </a:r>
            <a:r>
              <a:rPr lang="en-US" sz="2800" b="1" dirty="0" err="1"/>
              <a:t>Baik</a:t>
            </a:r>
            <a:endParaRPr lang="en-US" sz="2800" b="1" dirty="0"/>
          </a:p>
          <a:p>
            <a:pPr algn="ctr">
              <a:lnSpc>
                <a:spcPct val="150000"/>
              </a:lnSpc>
            </a:pPr>
            <a:endParaRPr lang="en-US" sz="2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205578-D8B4-44AE-944E-A867BB5EE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55577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6706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82FFD2-042B-487A-8732-97E91EC8002B}"/>
              </a:ext>
            </a:extLst>
          </p:cNvPr>
          <p:cNvSpPr txBox="1">
            <a:spLocks/>
          </p:cNvSpPr>
          <p:nvPr/>
        </p:nvSpPr>
        <p:spPr>
          <a:xfrm>
            <a:off x="2267744" y="195486"/>
            <a:ext cx="6802220" cy="562629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US" sz="6500" i="1" dirty="0">
                <a:latin typeface="Bookman Old Style" pitchFamily="18" charset="0"/>
              </a:rPr>
              <a:t>Smartphone 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US" sz="6500" i="1" dirty="0">
                <a:latin typeface="Bookman Old Style" pitchFamily="18" charset="0"/>
              </a:rPr>
              <a:t>Just for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US" sz="6500" i="1" dirty="0">
                <a:latin typeface="Bookman Old Style" pitchFamily="18" charset="0"/>
              </a:rPr>
              <a:t>Smart People</a:t>
            </a:r>
          </a:p>
          <a:p>
            <a:pPr algn="r">
              <a:buFont typeface="Arial" pitchFamily="34" charset="0"/>
              <a:buNone/>
            </a:pPr>
            <a:r>
              <a:rPr lang="en-US" i="1" dirty="0">
                <a:latin typeface="Bookman Old Style" pitchFamily="18" charset="0"/>
              </a:rPr>
              <a:t>--------------------------------</a:t>
            </a:r>
          </a:p>
          <a:p>
            <a:pPr algn="r">
              <a:buFont typeface="Arial" pitchFamily="34" charset="0"/>
              <a:buNone/>
            </a:pPr>
            <a:r>
              <a:rPr lang="en-US" i="1" dirty="0" err="1">
                <a:latin typeface="Bookman Old Style" pitchFamily="18" charset="0"/>
              </a:rPr>
              <a:t>Catatan</a:t>
            </a:r>
            <a:r>
              <a:rPr lang="en-US" i="1" dirty="0">
                <a:latin typeface="Bookman Old Style" pitchFamily="18" charset="0"/>
              </a:rPr>
              <a:t> </a:t>
            </a:r>
            <a:r>
              <a:rPr lang="en-US" i="1" dirty="0" err="1">
                <a:latin typeface="Bookman Old Style" pitchFamily="18" charset="0"/>
              </a:rPr>
              <a:t>Bunda</a:t>
            </a:r>
            <a:r>
              <a:rPr lang="en-US" i="1" dirty="0">
                <a:latin typeface="Bookman Old Style" pitchFamily="18" charset="0"/>
              </a:rPr>
              <a:t> </a:t>
            </a:r>
            <a:r>
              <a:rPr lang="en-US" i="1" dirty="0" err="1">
                <a:latin typeface="Bookman Old Style" pitchFamily="18" charset="0"/>
              </a:rPr>
              <a:t>Cinta</a:t>
            </a:r>
            <a:endParaRPr lang="en-US" i="1" dirty="0">
              <a:latin typeface="Bookman Old Style" pitchFamily="18" charset="0"/>
            </a:endParaRPr>
          </a:p>
          <a:p>
            <a:pPr>
              <a:buFont typeface="Arial" pitchFamily="34" charset="0"/>
              <a:buNone/>
            </a:pPr>
            <a:endParaRPr lang="en-US" dirty="0"/>
          </a:p>
        </p:txBody>
      </p:sp>
      <p:pic>
        <p:nvPicPr>
          <p:cNvPr id="1026" name="Picture 2" descr="RRI.co.id - Upaya Tingkatkan Konsentrasi Belajar Siswa Dilarang Bawa H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05849"/>
            <a:ext cx="2627784" cy="2637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MPN 1 Ponorogo Larang Siswanya Bawa HP ke Sekolah, Wali Murid Pro Kontra -  Gema Surya F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1" y="0"/>
            <a:ext cx="2598043" cy="2355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399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erhatikan! Ini Dampak Buruk Radiasi Ponsel bagi Kesehat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03848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1" y="2226"/>
            <a:ext cx="5292080" cy="514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96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0"/>
            <a:ext cx="759633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820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403"/>
            <a:ext cx="2627784" cy="27392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3" y="2859782"/>
            <a:ext cx="2604181" cy="228371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800" y="112720"/>
            <a:ext cx="6264696" cy="2276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1800" y="2571750"/>
            <a:ext cx="6264696" cy="237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084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267494"/>
            <a:ext cx="6234683" cy="4320480"/>
          </a:xfrm>
          <a:prstGeom prst="rect">
            <a:avLst/>
          </a:prstGeom>
        </p:spPr>
      </p:pic>
      <p:pic>
        <p:nvPicPr>
          <p:cNvPr id="3" name="Picture 2" descr="Perhatikan! Ini Dampak Buruk Radiasi Ponsel bagi Kesehata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55776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1526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erhatikan! Ini Dampak Buruk Radiasi Ponsel bagi Kesehat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483768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123478"/>
            <a:ext cx="6279257" cy="26642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9033" y="2931790"/>
            <a:ext cx="6312024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2794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:\FOTO-FOTO\Kecerdasan Emosional\eq2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106"/>
            <a:ext cx="4067944" cy="517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0"/>
            <a:ext cx="4867045" cy="517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500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11127"/>
            <a:ext cx="5868144" cy="513237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13184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982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2A5847-0496-4855-8838-BDE5DA08A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8268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8FADF7-9401-4067-8B15-FB13E8689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0"/>
            <a:ext cx="759633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4731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2741"/>
            <a:ext cx="9143999" cy="42999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67744" y="123478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/>
              <a:t>Mengenal</a:t>
            </a:r>
            <a:r>
              <a:rPr lang="en-US" sz="2800" b="1" dirty="0"/>
              <a:t> </a:t>
            </a:r>
            <a:r>
              <a:rPr lang="en-US" sz="2800" b="1" dirty="0" err="1"/>
              <a:t>Karakteristik</a:t>
            </a:r>
            <a:r>
              <a:rPr lang="en-US" sz="2800" b="1" dirty="0"/>
              <a:t> </a:t>
            </a:r>
            <a:r>
              <a:rPr lang="en-US" sz="2800" b="1" dirty="0" err="1"/>
              <a:t>Anak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0244067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850"/>
            <a:ext cx="4788024" cy="51663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856" y="0"/>
            <a:ext cx="4344144" cy="552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7860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3459C8-F438-44B4-AC2C-41252E886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0"/>
            <a:ext cx="759633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0867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68610"/>
            <a:ext cx="3419872" cy="58121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7F5F5D-F05B-4B3E-848A-D19058542713}"/>
              </a:ext>
            </a:extLst>
          </p:cNvPr>
          <p:cNvSpPr txBox="1"/>
          <p:nvPr/>
        </p:nvSpPr>
        <p:spPr>
          <a:xfrm>
            <a:off x="4139952" y="597733"/>
            <a:ext cx="4558824" cy="3279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800" b="1" dirty="0" err="1"/>
              <a:t>Tantangan</a:t>
            </a:r>
            <a:r>
              <a:rPr lang="en-US" sz="4800" b="1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en-US" sz="4800" b="1" dirty="0" err="1"/>
              <a:t>Memiliki</a:t>
            </a:r>
            <a:r>
              <a:rPr lang="en-US" sz="4800" b="1" dirty="0"/>
              <a:t> </a:t>
            </a:r>
            <a:r>
              <a:rPr lang="en-US" sz="4800" b="1" dirty="0" err="1"/>
              <a:t>Anak</a:t>
            </a:r>
            <a:endParaRPr lang="en-US" sz="4800" b="1" dirty="0"/>
          </a:p>
          <a:p>
            <a:pPr algn="ctr">
              <a:lnSpc>
                <a:spcPct val="150000"/>
              </a:lnSpc>
            </a:pPr>
            <a:r>
              <a:rPr lang="en-US" sz="4800" b="1" dirty="0" err="1"/>
              <a:t>Zaman</a:t>
            </a:r>
            <a:r>
              <a:rPr lang="en-US" sz="4800" b="1" dirty="0"/>
              <a:t> Now</a:t>
            </a:r>
          </a:p>
        </p:txBody>
      </p:sp>
    </p:spTree>
    <p:extLst>
      <p:ext uri="{BB962C8B-B14F-4D97-AF65-F5344CB8AC3E}">
        <p14:creationId xmlns:p14="http://schemas.microsoft.com/office/powerpoint/2010/main" val="27201805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707904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11960" y="294203"/>
            <a:ext cx="453650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000" b="1" dirty="0" err="1">
                <a:latin typeface="Lucida Calligraphy" panose="03010101010101010101" pitchFamily="66" charset="0"/>
              </a:rPr>
              <a:t>Setiap</a:t>
            </a:r>
            <a:r>
              <a:rPr lang="en-US" sz="4000" b="1" dirty="0">
                <a:latin typeface="Lucida Calligraphy" panose="03010101010101010101" pitchFamily="66" charset="0"/>
              </a:rPr>
              <a:t> </a:t>
            </a:r>
            <a:r>
              <a:rPr lang="en-US" sz="4000" b="1" dirty="0" err="1">
                <a:latin typeface="Lucida Calligraphy" panose="03010101010101010101" pitchFamily="66" charset="0"/>
              </a:rPr>
              <a:t>Anak</a:t>
            </a:r>
            <a:r>
              <a:rPr lang="en-US" sz="4000" b="1" dirty="0">
                <a:latin typeface="Lucida Calligraphy" panose="03010101010101010101" pitchFamily="66" charset="0"/>
              </a:rPr>
              <a:t> ;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latin typeface="Lucida Calligraphy" panose="03010101010101010101" pitchFamily="66" charset="0"/>
              </a:rPr>
              <a:t>---------------------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000" dirty="0" err="1">
                <a:latin typeface="Lucida Calligraphy" panose="03010101010101010101" pitchFamily="66" charset="0"/>
              </a:rPr>
              <a:t>Punya</a:t>
            </a:r>
            <a:r>
              <a:rPr lang="en-US" sz="4000" dirty="0">
                <a:latin typeface="Lucida Calligraphy" panose="03010101010101010101" pitchFamily="66" charset="0"/>
              </a:rPr>
              <a:t> </a:t>
            </a:r>
            <a:r>
              <a:rPr lang="en-US" sz="4000" dirty="0" err="1">
                <a:latin typeface="Lucida Calligraphy" panose="03010101010101010101" pitchFamily="66" charset="0"/>
              </a:rPr>
              <a:t>Jalan</a:t>
            </a:r>
            <a:endParaRPr lang="en-US" sz="4000" dirty="0">
              <a:latin typeface="Lucida Calligraphy" panose="03010101010101010101" pitchFamily="66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000" dirty="0" err="1">
                <a:latin typeface="Lucida Calligraphy" panose="03010101010101010101" pitchFamily="66" charset="0"/>
              </a:rPr>
              <a:t>Sirkuit</a:t>
            </a:r>
            <a:r>
              <a:rPr lang="en-US" sz="4000" dirty="0">
                <a:latin typeface="Lucida Calligraphy" panose="03010101010101010101" pitchFamily="66" charset="0"/>
              </a:rPr>
              <a:t> 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000" dirty="0" err="1">
                <a:latin typeface="Lucida Calligraphy" panose="03010101010101010101" pitchFamily="66" charset="0"/>
              </a:rPr>
              <a:t>Karakter</a:t>
            </a:r>
            <a:endParaRPr lang="en-US" sz="4000" dirty="0">
              <a:latin typeface="Lucida Calligraphy" panose="03010101010101010101" pitchFamily="66" charset="0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000" dirty="0" err="1">
                <a:latin typeface="Lucida Calligraphy" panose="03010101010101010101" pitchFamily="66" charset="0"/>
              </a:rPr>
              <a:t>Berbeda</a:t>
            </a:r>
            <a:r>
              <a:rPr lang="en-US" sz="4000" dirty="0">
                <a:latin typeface="Lucida Calligraphy" panose="03010101010101010101" pitchFamily="66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52431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DEA3FD-42E1-461C-BCF5-42F42D3E4A02}"/>
              </a:ext>
            </a:extLst>
          </p:cNvPr>
          <p:cNvSpPr txBox="1"/>
          <p:nvPr/>
        </p:nvSpPr>
        <p:spPr>
          <a:xfrm>
            <a:off x="2915816" y="0"/>
            <a:ext cx="74523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Mari </a:t>
            </a:r>
            <a:r>
              <a:rPr lang="en-US" sz="3200" b="1" dirty="0" err="1"/>
              <a:t>Perbaiki</a:t>
            </a:r>
            <a:r>
              <a:rPr lang="en-US" sz="3200" b="1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200" b="1" dirty="0" err="1"/>
              <a:t>Persepsi</a:t>
            </a:r>
            <a:r>
              <a:rPr lang="en-US" sz="3200" b="1" dirty="0"/>
              <a:t> Kita </a:t>
            </a:r>
          </a:p>
          <a:p>
            <a:pPr algn="ctr">
              <a:lnSpc>
                <a:spcPct val="150000"/>
              </a:lnSpc>
            </a:pPr>
            <a:r>
              <a:rPr lang="en-US" sz="3200" b="1" dirty="0" err="1"/>
              <a:t>Terhadap</a:t>
            </a:r>
            <a:r>
              <a:rPr lang="en-US" sz="3200" b="1" dirty="0"/>
              <a:t> </a:t>
            </a:r>
            <a:r>
              <a:rPr lang="en-US" sz="3200" b="1" dirty="0" err="1"/>
              <a:t>Apapun</a:t>
            </a:r>
            <a:r>
              <a:rPr lang="en-US" sz="3200" b="1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200" b="1" dirty="0"/>
              <a:t>-------------------------</a:t>
            </a:r>
          </a:p>
          <a:p>
            <a:pPr algn="ctr">
              <a:lnSpc>
                <a:spcPct val="150000"/>
              </a:lnSpc>
            </a:pPr>
            <a:r>
              <a:rPr lang="en-US" sz="3200" b="1" dirty="0" err="1"/>
              <a:t>Karunia</a:t>
            </a:r>
            <a:r>
              <a:rPr lang="en-US" sz="3200" b="1" dirty="0"/>
              <a:t> ?</a:t>
            </a:r>
          </a:p>
          <a:p>
            <a:pPr algn="ctr">
              <a:lnSpc>
                <a:spcPct val="150000"/>
              </a:lnSpc>
            </a:pPr>
            <a:r>
              <a:rPr lang="en-US" sz="3200" b="1" dirty="0"/>
              <a:t>atau </a:t>
            </a:r>
          </a:p>
          <a:p>
            <a:pPr algn="ctr">
              <a:lnSpc>
                <a:spcPct val="150000"/>
              </a:lnSpc>
            </a:pPr>
            <a:r>
              <a:rPr lang="en-US" sz="3200" b="1" dirty="0"/>
              <a:t>Beban ?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707904" cy="26437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5" y="2787774"/>
            <a:ext cx="3681419" cy="242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3711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9F19AE-3C20-4A25-8D69-027401813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66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796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02CBBD-0EBE-48E3-9EBB-085AED1271A0}"/>
              </a:ext>
            </a:extLst>
          </p:cNvPr>
          <p:cNvSpPr txBox="1"/>
          <p:nvPr/>
        </p:nvSpPr>
        <p:spPr>
          <a:xfrm>
            <a:off x="3131840" y="267494"/>
            <a:ext cx="745232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dirty="0">
                <a:latin typeface="Lucida Calligraphy" panose="03010101010101010101" pitchFamily="66" charset="0"/>
              </a:rPr>
              <a:t>Bisa </a:t>
            </a:r>
            <a:r>
              <a:rPr lang="en-US" altLang="en-US" sz="2000" b="1" dirty="0" err="1">
                <a:latin typeface="Lucida Calligraphy" panose="03010101010101010101" pitchFamily="66" charset="0"/>
              </a:rPr>
              <a:t>jadi</a:t>
            </a:r>
            <a:r>
              <a:rPr lang="en-US" altLang="en-US" sz="2000" b="1" dirty="0">
                <a:latin typeface="Lucida Calligraphy" panose="03010101010101010101" pitchFamily="66" charset="0"/>
              </a:rPr>
              <a:t>…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dirty="0" err="1">
                <a:latin typeface="Lucida Calligraphy" panose="03010101010101010101" pitchFamily="66" charset="0"/>
              </a:rPr>
              <a:t>Sekolah</a:t>
            </a:r>
            <a:r>
              <a:rPr lang="en-US" altLang="en-US" sz="2000" b="1" dirty="0">
                <a:latin typeface="Lucida Calligraphy" panose="03010101010101010101" pitchFamily="66" charset="0"/>
              </a:rPr>
              <a:t> di </a:t>
            </a:r>
            <a:r>
              <a:rPr lang="en-US" altLang="en-US" sz="2000" b="1" dirty="0" err="1">
                <a:latin typeface="Lucida Calligraphy" panose="03010101010101010101" pitchFamily="66" charset="0"/>
              </a:rPr>
              <a:t>tempat</a:t>
            </a:r>
            <a:r>
              <a:rPr lang="en-US" altLang="en-US" sz="2000" b="1" dirty="0">
                <a:latin typeface="Lucida Calligraphy" panose="03010101010101010101" pitchFamily="66" charset="0"/>
              </a:rPr>
              <a:t> yang </a:t>
            </a:r>
            <a:r>
              <a:rPr lang="en-US" altLang="en-US" sz="2000" b="1" dirty="0" err="1">
                <a:latin typeface="Lucida Calligraphy" panose="03010101010101010101" pitchFamily="66" charset="0"/>
              </a:rPr>
              <a:t>sama</a:t>
            </a:r>
            <a:endParaRPr lang="en-US" altLang="en-US" sz="2000" b="1" dirty="0">
              <a:latin typeface="Lucida Calligraphy" panose="03010101010101010101" pitchFamily="66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dirty="0" err="1">
                <a:latin typeface="Lucida Calligraphy" panose="03010101010101010101" pitchFamily="66" charset="0"/>
              </a:rPr>
              <a:t>Dengan</a:t>
            </a:r>
            <a:r>
              <a:rPr lang="en-US" altLang="en-US" sz="2000" b="1" dirty="0">
                <a:latin typeface="Lucida Calligraphy" panose="03010101010101010101" pitchFamily="66" charset="0"/>
              </a:rPr>
              <a:t> target </a:t>
            </a:r>
            <a:r>
              <a:rPr lang="en-US" altLang="en-US" sz="2000" b="1" dirty="0" err="1">
                <a:latin typeface="Lucida Calligraphy" panose="03010101010101010101" pitchFamily="66" charset="0"/>
              </a:rPr>
              <a:t>dan</a:t>
            </a:r>
            <a:r>
              <a:rPr lang="en-US" altLang="en-US" sz="2000" b="1" dirty="0">
                <a:latin typeface="Lucida Calligraphy" panose="03010101010101010101" pitchFamily="66" charset="0"/>
              </a:rPr>
              <a:t> </a:t>
            </a:r>
            <a:r>
              <a:rPr lang="en-US" altLang="en-US" sz="2000" b="1" dirty="0" err="1">
                <a:latin typeface="Lucida Calligraphy" panose="03010101010101010101" pitchFamily="66" charset="0"/>
              </a:rPr>
              <a:t>tujuan</a:t>
            </a:r>
            <a:r>
              <a:rPr lang="en-US" altLang="en-US" sz="2000" b="1" dirty="0">
                <a:latin typeface="Lucida Calligraphy" panose="03010101010101010101" pitchFamily="66" charset="0"/>
              </a:rPr>
              <a:t>  yang </a:t>
            </a:r>
            <a:r>
              <a:rPr lang="en-US" altLang="en-US" sz="2000" b="1" dirty="0" err="1">
                <a:latin typeface="Lucida Calligraphy" panose="03010101010101010101" pitchFamily="66" charset="0"/>
              </a:rPr>
              <a:t>sama</a:t>
            </a:r>
            <a:endParaRPr lang="en-US" altLang="en-US" sz="2000" b="1" dirty="0">
              <a:latin typeface="Lucida Calligraphy" panose="03010101010101010101" pitchFamily="66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endParaRPr lang="en-US" altLang="en-US" sz="2000" b="1" dirty="0">
              <a:latin typeface="Lucida Calligraphy" panose="03010101010101010101" pitchFamily="66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dirty="0">
                <a:latin typeface="Lucida Calligraphy" panose="03010101010101010101" pitchFamily="66" charset="0"/>
              </a:rPr>
              <a:t>Yang </a:t>
            </a:r>
            <a:r>
              <a:rPr lang="en-US" altLang="en-US" sz="2000" b="1" dirty="0" err="1">
                <a:latin typeface="Lucida Calligraphy" panose="03010101010101010101" pitchFamily="66" charset="0"/>
              </a:rPr>
              <a:t>satu</a:t>
            </a:r>
            <a:r>
              <a:rPr lang="en-US" altLang="en-US" sz="2000" b="1" dirty="0">
                <a:latin typeface="Lucida Calligraphy" panose="03010101010101010101" pitchFamily="66" charset="0"/>
              </a:rPr>
              <a:t>  </a:t>
            </a:r>
            <a:r>
              <a:rPr lang="en-US" altLang="en-US" sz="2000" b="1" dirty="0" err="1">
                <a:latin typeface="Lucida Calligraphy" panose="03010101010101010101" pitchFamily="66" charset="0"/>
              </a:rPr>
              <a:t>dapat</a:t>
            </a:r>
            <a:r>
              <a:rPr lang="en-US" altLang="en-US" sz="2000" b="1" dirty="0">
                <a:latin typeface="Lucida Calligraphy" panose="03010101010101010101" pitchFamily="66" charset="0"/>
              </a:rPr>
              <a:t> </a:t>
            </a:r>
            <a:r>
              <a:rPr lang="en-US" altLang="en-US" sz="2000" b="1" dirty="0" err="1">
                <a:latin typeface="Lucida Calligraphy" panose="03010101010101010101" pitchFamily="66" charset="0"/>
              </a:rPr>
              <a:t>tumbuh</a:t>
            </a:r>
            <a:r>
              <a:rPr lang="en-US" altLang="en-US" sz="2000" b="1" dirty="0">
                <a:latin typeface="Lucida Calligraphy" panose="03010101010101010101" pitchFamily="66" charset="0"/>
              </a:rPr>
              <a:t> </a:t>
            </a:r>
            <a:r>
              <a:rPr lang="en-US" altLang="en-US" sz="2000" b="1" dirty="0" err="1">
                <a:latin typeface="Lucida Calligraphy" panose="03010101010101010101" pitchFamily="66" charset="0"/>
              </a:rPr>
              <a:t>berkembang</a:t>
            </a:r>
            <a:endParaRPr lang="en-US" altLang="en-US" sz="2000" b="1" dirty="0">
              <a:latin typeface="Lucida Calligraphy" panose="03010101010101010101" pitchFamily="66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dirty="0">
                <a:latin typeface="Lucida Calligraphy" panose="03010101010101010101" pitchFamily="66" charset="0"/>
              </a:rPr>
              <a:t>Yang </a:t>
            </a:r>
            <a:r>
              <a:rPr lang="en-US" altLang="en-US" sz="2000" b="1" dirty="0" err="1">
                <a:latin typeface="Lucida Calligraphy" panose="03010101010101010101" pitchFamily="66" charset="0"/>
              </a:rPr>
              <a:t>satu</a:t>
            </a:r>
            <a:r>
              <a:rPr lang="en-US" altLang="en-US" sz="2000" b="1" dirty="0">
                <a:latin typeface="Lucida Calligraphy" panose="03010101010101010101" pitchFamily="66" charset="0"/>
              </a:rPr>
              <a:t> </a:t>
            </a:r>
            <a:r>
              <a:rPr lang="en-US" altLang="en-US" sz="2000" b="1" dirty="0" err="1">
                <a:latin typeface="Lucida Calligraphy" panose="03010101010101010101" pitchFamily="66" charset="0"/>
              </a:rPr>
              <a:t>justru</a:t>
            </a:r>
            <a:r>
              <a:rPr lang="en-US" altLang="en-US" sz="2000" b="1" dirty="0">
                <a:latin typeface="Lucida Calligraphy" panose="03010101010101010101" pitchFamily="66" charset="0"/>
              </a:rPr>
              <a:t> </a:t>
            </a:r>
            <a:r>
              <a:rPr lang="en-US" altLang="en-US" sz="2000" b="1" dirty="0" err="1">
                <a:latin typeface="Lucida Calligraphy" panose="03010101010101010101" pitchFamily="66" charset="0"/>
              </a:rPr>
              <a:t>mudah</a:t>
            </a:r>
            <a:r>
              <a:rPr lang="en-US" altLang="en-US" sz="2000" b="1" dirty="0">
                <a:latin typeface="Lucida Calligraphy" panose="03010101010101010101" pitchFamily="66" charset="0"/>
              </a:rPr>
              <a:t> </a:t>
            </a:r>
            <a:r>
              <a:rPr lang="en-US" altLang="en-US" sz="2000" b="1" dirty="0" err="1">
                <a:latin typeface="Lucida Calligraphy" panose="03010101010101010101" pitchFamily="66" charset="0"/>
              </a:rPr>
              <a:t>tumbang</a:t>
            </a:r>
            <a:r>
              <a:rPr lang="en-US" altLang="en-US" sz="2000" b="1" dirty="0">
                <a:latin typeface="Lucida Calligraphy" panose="03010101010101010101" pitchFamily="66" charset="0"/>
              </a:rPr>
              <a:t>……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endParaRPr lang="en-US" altLang="en-US" sz="2000" b="1" dirty="0">
              <a:latin typeface="Lucida Calligraphy" panose="03010101010101010101" pitchFamily="66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dirty="0" err="1">
                <a:latin typeface="Lucida Calligraphy" panose="03010101010101010101" pitchFamily="66" charset="0"/>
              </a:rPr>
              <a:t>Semua</a:t>
            </a:r>
            <a:r>
              <a:rPr lang="en-US" altLang="en-US" sz="2000" b="1" dirty="0">
                <a:latin typeface="Lucida Calligraphy" panose="03010101010101010101" pitchFamily="66" charset="0"/>
              </a:rPr>
              <a:t> </a:t>
            </a:r>
            <a:r>
              <a:rPr lang="en-US" altLang="en-US" sz="2000" b="1" dirty="0" err="1">
                <a:latin typeface="Lucida Calligraphy" panose="03010101010101010101" pitchFamily="66" charset="0"/>
              </a:rPr>
              <a:t>sangat</a:t>
            </a:r>
            <a:r>
              <a:rPr lang="en-US" altLang="en-US" sz="2000" b="1" dirty="0">
                <a:latin typeface="Lucida Calligraphy" panose="03010101010101010101" pitchFamily="66" charset="0"/>
              </a:rPr>
              <a:t> </a:t>
            </a:r>
            <a:r>
              <a:rPr lang="en-US" altLang="en-US" sz="2000" b="1" dirty="0" err="1">
                <a:latin typeface="Lucida Calligraphy" panose="03010101010101010101" pitchFamily="66" charset="0"/>
              </a:rPr>
              <a:t>tergantung</a:t>
            </a:r>
            <a:r>
              <a:rPr lang="en-US" altLang="en-US" sz="2000" b="1" dirty="0">
                <a:latin typeface="Lucida Calligraphy" panose="03010101010101010101" pitchFamily="66" charset="0"/>
              </a:rPr>
              <a:t> </a:t>
            </a:r>
            <a:r>
              <a:rPr lang="en-US" altLang="en-US" sz="2000" b="1" dirty="0" err="1">
                <a:latin typeface="Lucida Calligraphy" panose="03010101010101010101" pitchFamily="66" charset="0"/>
              </a:rPr>
              <a:t>dari</a:t>
            </a:r>
            <a:endParaRPr lang="en-US" altLang="en-US" sz="2000" b="1" dirty="0">
              <a:latin typeface="Lucida Calligraphy" panose="03010101010101010101" pitchFamily="66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dirty="0" err="1">
                <a:latin typeface="Lucida Calligraphy" panose="03010101010101010101" pitchFamily="66" charset="0"/>
              </a:rPr>
              <a:t>Sudut</a:t>
            </a:r>
            <a:r>
              <a:rPr lang="en-US" altLang="en-US" sz="2000" b="1" dirty="0">
                <a:latin typeface="Lucida Calligraphy" panose="03010101010101010101" pitchFamily="66" charset="0"/>
              </a:rPr>
              <a:t> Pandang…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dirty="0" err="1">
                <a:latin typeface="Lucida Calligraphy" panose="03010101010101010101" pitchFamily="66" charset="0"/>
              </a:rPr>
              <a:t>Atau</a:t>
            </a:r>
            <a:r>
              <a:rPr lang="en-US" altLang="en-US" sz="2000" b="1" dirty="0">
                <a:latin typeface="Lucida Calligraphy" panose="03010101010101010101" pitchFamily="66" charset="0"/>
              </a:rPr>
              <a:t> </a:t>
            </a:r>
            <a:r>
              <a:rPr lang="en-US" altLang="en-US" sz="2000" b="1" dirty="0" err="1">
                <a:latin typeface="Lucida Calligraphy" panose="03010101010101010101" pitchFamily="66" charset="0"/>
              </a:rPr>
              <a:t>Sikap</a:t>
            </a:r>
            <a:r>
              <a:rPr lang="en-US" altLang="en-US" sz="2000" b="1" dirty="0">
                <a:latin typeface="Lucida Calligraphy" panose="03010101010101010101" pitchFamily="66" charset="0"/>
              </a:rPr>
              <a:t> Mental yang </a:t>
            </a:r>
            <a:r>
              <a:rPr lang="en-US" altLang="en-US" sz="2000" b="1" dirty="0" err="1">
                <a:latin typeface="Lucida Calligraphy" panose="03010101010101010101" pitchFamily="66" charset="0"/>
              </a:rPr>
              <a:t>Berbeda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16260"/>
            <a:ext cx="2835256" cy="24169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4544" y="-1316682"/>
            <a:ext cx="3600400" cy="386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1100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C0898DC-097C-433B-8C48-9DB53B50C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7574"/>
            <a:ext cx="9144000" cy="4155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D36E56-9793-461F-9DB3-52B9EEE1ACCA}"/>
              </a:ext>
            </a:extLst>
          </p:cNvPr>
          <p:cNvSpPr txBox="1"/>
          <p:nvPr/>
        </p:nvSpPr>
        <p:spPr>
          <a:xfrm>
            <a:off x="2123728" y="195486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Sinkronkan</a:t>
            </a:r>
            <a:r>
              <a:rPr lang="en-US" sz="2800" b="1" dirty="0"/>
              <a:t> </a:t>
            </a:r>
            <a:r>
              <a:rPr lang="en-US" sz="2800" b="1" dirty="0" err="1"/>
              <a:t>Semua</a:t>
            </a:r>
            <a:r>
              <a:rPr lang="en-US" sz="2800" b="1" dirty="0"/>
              <a:t> Organ </a:t>
            </a:r>
            <a:r>
              <a:rPr lang="en-US" sz="2800" b="1" dirty="0" err="1"/>
              <a:t>Tubuh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161552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Menjaga Kesehatan Jiwa dan Raga — Steemit">
            <a:extLst>
              <a:ext uri="{FF2B5EF4-FFF2-40B4-BE49-F238E27FC236}">
                <a16:creationId xmlns:a16="http://schemas.microsoft.com/office/drawing/2014/main" id="{DE1D20F4-5C1B-4846-A11F-5C6135048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275606"/>
            <a:ext cx="7596336" cy="3867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EB0748-E532-4581-85DA-55521DB9A8C1}"/>
              </a:ext>
            </a:extLst>
          </p:cNvPr>
          <p:cNvSpPr txBox="1"/>
          <p:nvPr/>
        </p:nvSpPr>
        <p:spPr>
          <a:xfrm>
            <a:off x="1871700" y="411510"/>
            <a:ext cx="6948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/>
              <a:t>Syarat</a:t>
            </a:r>
            <a:r>
              <a:rPr lang="en-US" sz="2800" b="1" dirty="0"/>
              <a:t>  </a:t>
            </a:r>
            <a:r>
              <a:rPr lang="en-US" sz="2800" b="1" dirty="0" err="1"/>
              <a:t>Sukses</a:t>
            </a:r>
            <a:r>
              <a:rPr lang="en-US" sz="2800" b="1" dirty="0"/>
              <a:t> </a:t>
            </a:r>
            <a:r>
              <a:rPr lang="en-US" sz="2800" b="1" dirty="0" err="1"/>
              <a:t>Belajar</a:t>
            </a:r>
            <a:r>
              <a:rPr lang="en-US" sz="2800" b="1" dirty="0"/>
              <a:t>  =  </a:t>
            </a:r>
            <a:r>
              <a:rPr lang="en-US" sz="2800" b="1" dirty="0" err="1"/>
              <a:t>Bahagia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6499246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oneksi mulut-hati-otak – Blognya Martianus">
            <a:extLst>
              <a:ext uri="{FF2B5EF4-FFF2-40B4-BE49-F238E27FC236}">
                <a16:creationId xmlns:a16="http://schemas.microsoft.com/office/drawing/2014/main" id="{8AE69220-AD4B-45CC-9E57-43D91C4E0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-25421"/>
            <a:ext cx="345638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C45178-7884-45D0-A961-1283D30327F8}"/>
              </a:ext>
            </a:extLst>
          </p:cNvPr>
          <p:cNvSpPr txBox="1"/>
          <p:nvPr/>
        </p:nvSpPr>
        <p:spPr>
          <a:xfrm>
            <a:off x="3707904" y="303340"/>
            <a:ext cx="529208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/>
              <a:t>PR Utama </a:t>
            </a:r>
            <a:r>
              <a:rPr lang="en-US" sz="2800" b="1" dirty="0" err="1"/>
              <a:t>kita</a:t>
            </a:r>
            <a:endParaRPr lang="en-US" sz="2800" b="1" dirty="0"/>
          </a:p>
          <a:p>
            <a:pPr algn="ctr">
              <a:lnSpc>
                <a:spcPct val="150000"/>
              </a:lnSpc>
            </a:pPr>
            <a:r>
              <a:rPr lang="en-US" sz="2800" b="1" dirty="0"/>
              <a:t>Agar Bisa </a:t>
            </a:r>
            <a:r>
              <a:rPr lang="en-US" sz="2800" b="1" dirty="0" err="1"/>
              <a:t>Sukses</a:t>
            </a:r>
            <a:r>
              <a:rPr lang="en-US" sz="2800" b="1" dirty="0"/>
              <a:t> adalah</a:t>
            </a:r>
          </a:p>
          <a:p>
            <a:pPr algn="ctr">
              <a:lnSpc>
                <a:spcPct val="150000"/>
              </a:lnSpc>
            </a:pPr>
            <a:r>
              <a:rPr lang="en-US" sz="2800" b="1" dirty="0" err="1"/>
              <a:t>Mensinkronkan</a:t>
            </a:r>
            <a:r>
              <a:rPr lang="en-US" sz="2800" b="1" dirty="0"/>
              <a:t> </a:t>
            </a:r>
            <a:r>
              <a:rPr lang="en-US" sz="2800" b="1" dirty="0" err="1"/>
              <a:t>segenap</a:t>
            </a:r>
            <a:endParaRPr lang="en-US" sz="2800" b="1" dirty="0"/>
          </a:p>
          <a:p>
            <a:pPr algn="ctr">
              <a:lnSpc>
                <a:spcPct val="150000"/>
              </a:lnSpc>
            </a:pPr>
            <a:r>
              <a:rPr lang="en-US" sz="2800" b="1" dirty="0" err="1"/>
              <a:t>Panca</a:t>
            </a:r>
            <a:r>
              <a:rPr lang="en-US" sz="2800" b="1" dirty="0"/>
              <a:t> </a:t>
            </a:r>
            <a:r>
              <a:rPr lang="en-US" sz="2800" b="1" dirty="0" err="1"/>
              <a:t>Indera</a:t>
            </a:r>
            <a:r>
              <a:rPr lang="en-US" sz="2800" b="1" dirty="0"/>
              <a:t> Kita</a:t>
            </a:r>
          </a:p>
          <a:p>
            <a:pPr algn="ctr">
              <a:lnSpc>
                <a:spcPct val="150000"/>
              </a:lnSpc>
            </a:pPr>
            <a:r>
              <a:rPr lang="en-US" sz="2800" b="1" dirty="0"/>
              <a:t>--------------------------------</a:t>
            </a:r>
          </a:p>
          <a:p>
            <a:pPr algn="ctr">
              <a:lnSpc>
                <a:spcPct val="150000"/>
              </a:lnSpc>
            </a:pPr>
            <a:r>
              <a:rPr lang="en-US" sz="2800" b="1" dirty="0" err="1"/>
              <a:t>Sepenuh</a:t>
            </a:r>
            <a:r>
              <a:rPr lang="en-US" sz="2800" b="1" dirty="0"/>
              <a:t> </a:t>
            </a:r>
            <a:r>
              <a:rPr lang="en-US" sz="2800" b="1" dirty="0" err="1"/>
              <a:t>Hati</a:t>
            </a:r>
            <a:endParaRPr lang="en-US" sz="2800" b="1" dirty="0"/>
          </a:p>
          <a:p>
            <a:pPr algn="ctr">
              <a:lnSpc>
                <a:spcPct val="150000"/>
              </a:lnSpc>
            </a:pPr>
            <a:r>
              <a:rPr lang="en-US" sz="2800" b="1" dirty="0"/>
              <a:t> </a:t>
            </a:r>
            <a:r>
              <a:rPr lang="en-US" sz="2800" b="1" dirty="0" err="1"/>
              <a:t>Segenap</a:t>
            </a:r>
            <a:r>
              <a:rPr lang="en-US" sz="2800" b="1" dirty="0"/>
              <a:t> Jiwa</a:t>
            </a:r>
          </a:p>
        </p:txBody>
      </p:sp>
    </p:spTree>
    <p:extLst>
      <p:ext uri="{BB962C8B-B14F-4D97-AF65-F5344CB8AC3E}">
        <p14:creationId xmlns:p14="http://schemas.microsoft.com/office/powerpoint/2010/main" val="10967022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F08101-C583-4F7D-896F-5AC7B8BB9E78}"/>
              </a:ext>
            </a:extLst>
          </p:cNvPr>
          <p:cNvSpPr txBox="1"/>
          <p:nvPr/>
        </p:nvSpPr>
        <p:spPr>
          <a:xfrm>
            <a:off x="1547664" y="195486"/>
            <a:ext cx="7596336" cy="4762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 err="1">
                <a:latin typeface="Bookman Old Style" panose="02050604050505020204" pitchFamily="18" charset="0"/>
              </a:rPr>
              <a:t>Tugas</a:t>
            </a:r>
            <a:r>
              <a:rPr lang="en-US" altLang="en-US" sz="3200" dirty="0">
                <a:latin typeface="Bookman Old Style" panose="02050604050505020204" pitchFamily="18" charset="0"/>
              </a:rPr>
              <a:t> </a:t>
            </a:r>
            <a:r>
              <a:rPr lang="en-US" altLang="en-US" sz="3200" dirty="0" err="1">
                <a:latin typeface="Bookman Old Style" panose="02050604050505020204" pitchFamily="18" charset="0"/>
              </a:rPr>
              <a:t>Orangtua</a:t>
            </a:r>
            <a:r>
              <a:rPr lang="en-US" altLang="en-US" sz="3200" dirty="0">
                <a:latin typeface="Bookman Old Style" panose="02050604050505020204" pitchFamily="18" charset="0"/>
              </a:rPr>
              <a:t> Adalah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latin typeface="Bookman Old Style" panose="02050604050505020204" pitchFamily="18" charset="0"/>
              </a:rPr>
              <a:t>Bisa </a:t>
            </a:r>
            <a:r>
              <a:rPr lang="en-US" altLang="en-US" sz="3200" dirty="0" err="1">
                <a:latin typeface="Bookman Old Style" panose="02050604050505020204" pitchFamily="18" charset="0"/>
              </a:rPr>
              <a:t>Mendampingi</a:t>
            </a:r>
            <a:r>
              <a:rPr lang="en-US" altLang="en-US" sz="3200" dirty="0">
                <a:latin typeface="Bookman Old Style" panose="02050604050505020204" pitchFamily="18" charset="0"/>
              </a:rPr>
              <a:t> Anak-</a:t>
            </a:r>
            <a:r>
              <a:rPr lang="en-US" altLang="en-US" sz="3200" dirty="0" err="1">
                <a:latin typeface="Bookman Old Style" panose="02050604050505020204" pitchFamily="18" charset="0"/>
              </a:rPr>
              <a:t>anak</a:t>
            </a:r>
            <a:endParaRPr lang="en-US" altLang="en-US" sz="3200" dirty="0">
              <a:latin typeface="Bookman Old Style" panose="02050604050505020204" pitchFamily="18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 err="1">
                <a:latin typeface="Bookman Old Style" panose="02050604050505020204" pitchFamily="18" charset="0"/>
              </a:rPr>
              <a:t>Mengikuti</a:t>
            </a:r>
            <a:r>
              <a:rPr lang="en-US" altLang="en-US" sz="3200" dirty="0">
                <a:latin typeface="Bookman Old Style" panose="02050604050505020204" pitchFamily="18" charset="0"/>
              </a:rPr>
              <a:t> Proses Pendidikan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latin typeface="Bookman Old Style" panose="02050604050505020204" pitchFamily="18" charset="0"/>
              </a:rPr>
              <a:t>dengan </a:t>
            </a:r>
            <a:r>
              <a:rPr lang="en-US" altLang="en-US" sz="3200" dirty="0" err="1">
                <a:latin typeface="Bookman Old Style" panose="02050604050505020204" pitchFamily="18" charset="0"/>
              </a:rPr>
              <a:t>Nyaman</a:t>
            </a:r>
            <a:r>
              <a:rPr lang="en-US" altLang="en-US" sz="3200" dirty="0">
                <a:latin typeface="Bookman Old Style" panose="02050604050505020204" pitchFamily="18" charset="0"/>
              </a:rPr>
              <a:t> dan </a:t>
            </a:r>
            <a:r>
              <a:rPr lang="en-US" altLang="en-US" sz="3200" dirty="0" err="1">
                <a:latin typeface="Bookman Old Style" panose="02050604050505020204" pitchFamily="18" charset="0"/>
              </a:rPr>
              <a:t>Menyenangkan</a:t>
            </a:r>
            <a:endParaRPr lang="en-US" altLang="en-US" sz="3200" dirty="0">
              <a:latin typeface="Bookman Old Style" panose="02050604050505020204" pitchFamily="18" charset="0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3200" dirty="0">
                <a:latin typeface="Bookman Old Style" panose="02050604050505020204" pitchFamily="18" charset="0"/>
              </a:rPr>
              <a:t>--------------------------------------------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4800" b="1" dirty="0" err="1">
                <a:latin typeface="Bookman Old Style" panose="02050604050505020204" pitchFamily="18" charset="0"/>
              </a:rPr>
              <a:t>SukSes</a:t>
            </a:r>
            <a:r>
              <a:rPr lang="en-US" altLang="en-US" sz="4800" b="1" dirty="0">
                <a:latin typeface="Bookman Old Style" panose="02050604050505020204" pitchFamily="18" charset="0"/>
              </a:rPr>
              <a:t> = </a:t>
            </a:r>
            <a:r>
              <a:rPr lang="en-US" altLang="en-US" sz="4800" b="1" dirty="0" err="1">
                <a:latin typeface="Bookman Old Style" panose="02050604050505020204" pitchFamily="18" charset="0"/>
              </a:rPr>
              <a:t>Suka</a:t>
            </a:r>
            <a:r>
              <a:rPr lang="en-US" altLang="en-US" sz="4800" b="1" dirty="0">
                <a:latin typeface="Bookman Old Style" panose="02050604050505020204" pitchFamily="18" charset="0"/>
              </a:rPr>
              <a:t> Proses</a:t>
            </a:r>
          </a:p>
        </p:txBody>
      </p:sp>
    </p:spTree>
    <p:extLst>
      <p:ext uri="{BB962C8B-B14F-4D97-AF65-F5344CB8AC3E}">
        <p14:creationId xmlns:p14="http://schemas.microsoft.com/office/powerpoint/2010/main" val="12001707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42E8E1-F9CE-4848-BA41-A09515A39423}"/>
              </a:ext>
            </a:extLst>
          </p:cNvPr>
          <p:cNvSpPr txBox="1"/>
          <p:nvPr/>
        </p:nvSpPr>
        <p:spPr>
          <a:xfrm>
            <a:off x="4902317" y="123478"/>
            <a:ext cx="4320478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/>
              <a:t>Konsep</a:t>
            </a:r>
            <a:r>
              <a:rPr lang="en-US" sz="2800" dirty="0"/>
              <a:t> </a:t>
            </a:r>
            <a:r>
              <a:rPr lang="en-US" sz="2800" dirty="0" err="1"/>
              <a:t>Diri</a:t>
            </a:r>
            <a:r>
              <a:rPr lang="en-US" sz="2800" dirty="0"/>
              <a:t> </a:t>
            </a:r>
            <a:r>
              <a:rPr lang="en-US" sz="2800" dirty="0" err="1"/>
              <a:t>Positif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 err="1"/>
              <a:t>Menuju</a:t>
            </a:r>
            <a:r>
              <a:rPr lang="en-US" sz="2800" dirty="0"/>
              <a:t>  </a:t>
            </a:r>
            <a:r>
              <a:rPr lang="en-US" sz="2800" dirty="0" err="1"/>
              <a:t>Sukses</a:t>
            </a:r>
            <a:r>
              <a:rPr lang="en-US" sz="2800" dirty="0"/>
              <a:t> 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---------------------------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800" i="1" dirty="0"/>
              <a:t>Positive Thinking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800" i="1" dirty="0"/>
              <a:t>Positive Feeling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800" i="1" dirty="0"/>
              <a:t>Positive Speaking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800" i="1" dirty="0"/>
              <a:t>Positive Acting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533669-0D20-4584-9FED-B5DD5BE9F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7" y="0"/>
            <a:ext cx="414560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1146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A70195-3F90-4DBD-A9CE-A62C0904B828}"/>
              </a:ext>
            </a:extLst>
          </p:cNvPr>
          <p:cNvSpPr txBox="1">
            <a:spLocks/>
          </p:cNvSpPr>
          <p:nvPr/>
        </p:nvSpPr>
        <p:spPr>
          <a:xfrm>
            <a:off x="1979712" y="0"/>
            <a:ext cx="6802220" cy="562629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US" sz="6500" b="1" i="1" dirty="0">
                <a:latin typeface="Bookman Old Style" pitchFamily="18" charset="0"/>
              </a:rPr>
              <a:t>Yes Set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US" sz="6500" i="1" dirty="0">
                <a:latin typeface="Bookman Old Style" pitchFamily="18" charset="0"/>
              </a:rPr>
              <a:t>------------------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US" sz="4400" i="1" dirty="0">
                <a:latin typeface="Bookman Old Style" pitchFamily="18" charset="0"/>
              </a:rPr>
              <a:t>You are What You Think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US" sz="4400" i="1" dirty="0">
                <a:latin typeface="Bookman Old Style" pitchFamily="18" charset="0"/>
              </a:rPr>
              <a:t>You are What You Say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</a:pPr>
            <a:endParaRPr lang="en-US" sz="4400" i="1" dirty="0">
              <a:latin typeface="Bookman Old Style" pitchFamily="18" charset="0"/>
            </a:endParaRPr>
          </a:p>
          <a:p>
            <a:pPr algn="r">
              <a:spcBef>
                <a:spcPts val="0"/>
              </a:spcBef>
              <a:buFont typeface="Arial" pitchFamily="34" charset="0"/>
              <a:buNone/>
            </a:pPr>
            <a:r>
              <a:rPr lang="en-US" sz="1800" i="1" dirty="0">
                <a:latin typeface="Bookman Old Style" pitchFamily="18" charset="0"/>
              </a:rPr>
              <a:t>--------------------------------</a:t>
            </a:r>
          </a:p>
          <a:p>
            <a:pPr algn="r">
              <a:spcBef>
                <a:spcPts val="0"/>
              </a:spcBef>
              <a:buFont typeface="Arial" pitchFamily="34" charset="0"/>
              <a:buNone/>
            </a:pPr>
            <a:r>
              <a:rPr lang="en-US" sz="1800" i="1" dirty="0" err="1">
                <a:latin typeface="Bookman Old Style" pitchFamily="18" charset="0"/>
              </a:rPr>
              <a:t>Catatan</a:t>
            </a:r>
            <a:r>
              <a:rPr lang="en-US" sz="1800" i="1" dirty="0">
                <a:latin typeface="Bookman Old Style" pitchFamily="18" charset="0"/>
              </a:rPr>
              <a:t> </a:t>
            </a:r>
            <a:r>
              <a:rPr lang="en-US" sz="1800" i="1" dirty="0" err="1">
                <a:latin typeface="Bookman Old Style" pitchFamily="18" charset="0"/>
              </a:rPr>
              <a:t>Bunda</a:t>
            </a:r>
            <a:r>
              <a:rPr lang="en-US" sz="1800" i="1" dirty="0">
                <a:latin typeface="Bookman Old Style" pitchFamily="18" charset="0"/>
              </a:rPr>
              <a:t> </a:t>
            </a:r>
            <a:r>
              <a:rPr lang="en-US" sz="1800" i="1" dirty="0" err="1">
                <a:latin typeface="Bookman Old Style" pitchFamily="18" charset="0"/>
              </a:rPr>
              <a:t>Cinta</a:t>
            </a:r>
            <a:endParaRPr lang="en-US" sz="1800" i="1" dirty="0">
              <a:latin typeface="Bookman Old Style" pitchFamily="18" charset="0"/>
            </a:endParaRPr>
          </a:p>
          <a:p>
            <a:pPr>
              <a:buFont typeface="Arial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6324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ECA644-6D22-48BD-BF39-331A3C9A5B03}"/>
              </a:ext>
            </a:extLst>
          </p:cNvPr>
          <p:cNvSpPr txBox="1"/>
          <p:nvPr/>
        </p:nvSpPr>
        <p:spPr>
          <a:xfrm>
            <a:off x="4572000" y="506134"/>
            <a:ext cx="47525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Dr. </a:t>
            </a:r>
            <a:r>
              <a:rPr lang="en-US" sz="2800" b="1" dirty="0" err="1"/>
              <a:t>Shinta</a:t>
            </a:r>
            <a:r>
              <a:rPr lang="en-US" sz="2800" b="1" dirty="0"/>
              <a:t>, </a:t>
            </a:r>
            <a:r>
              <a:rPr lang="en-US" sz="2800" b="1" dirty="0" err="1"/>
              <a:t>M.Si</a:t>
            </a:r>
            <a:r>
              <a:rPr lang="en-US" sz="2800" b="1" dirty="0"/>
              <a:t>., M.A.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      (</a:t>
            </a:r>
            <a:r>
              <a:rPr lang="en-US" sz="2800" b="1" dirty="0" err="1"/>
              <a:t>Bunda</a:t>
            </a:r>
            <a:r>
              <a:rPr lang="en-US" sz="2800" b="1" dirty="0"/>
              <a:t> </a:t>
            </a:r>
            <a:r>
              <a:rPr lang="en-US" sz="2800" b="1" dirty="0" err="1"/>
              <a:t>Cinta</a:t>
            </a:r>
            <a:r>
              <a:rPr lang="en-US" sz="2800" b="1" dirty="0"/>
              <a:t>)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FB : </a:t>
            </a:r>
            <a:r>
              <a:rPr lang="en-US" sz="2400" dirty="0" err="1"/>
              <a:t>Shinta</a:t>
            </a:r>
            <a:r>
              <a:rPr lang="en-US" sz="2400" dirty="0"/>
              <a:t> </a:t>
            </a:r>
            <a:r>
              <a:rPr lang="en-US" sz="2400" dirty="0" err="1"/>
              <a:t>Bunda</a:t>
            </a:r>
            <a:r>
              <a:rPr lang="en-US" sz="2400" dirty="0"/>
              <a:t> </a:t>
            </a:r>
            <a:r>
              <a:rPr lang="en-US" sz="2400" dirty="0" err="1"/>
              <a:t>Cinta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IG  : @shinta_bundacinta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HP. 082135505068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2F5783-81F5-4953-925D-217F92A58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0" y="-22364"/>
            <a:ext cx="419613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46526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EB856"/>
      </a:accent1>
      <a:accent2>
        <a:srgbClr val="1CBBB4"/>
      </a:accent2>
      <a:accent3>
        <a:srgbClr val="9FEDF0"/>
      </a:accent3>
      <a:accent4>
        <a:srgbClr val="9FEDF0"/>
      </a:accent4>
      <a:accent5>
        <a:srgbClr val="576868"/>
      </a:accent5>
      <a:accent6>
        <a:srgbClr val="CBCBCB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Contents Slide Master">
  <a:themeElements>
    <a:clrScheme name="ALLPPT-COLOR-A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EB856"/>
      </a:accent1>
      <a:accent2>
        <a:srgbClr val="1CBBB4"/>
      </a:accent2>
      <a:accent3>
        <a:srgbClr val="9FEDF0"/>
      </a:accent3>
      <a:accent4>
        <a:srgbClr val="9FEDF0"/>
      </a:accent4>
      <a:accent5>
        <a:srgbClr val="576868"/>
      </a:accent5>
      <a:accent6>
        <a:srgbClr val="CBCBCB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0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EB856"/>
      </a:accent1>
      <a:accent2>
        <a:srgbClr val="1CBBB4"/>
      </a:accent2>
      <a:accent3>
        <a:srgbClr val="9FEDF0"/>
      </a:accent3>
      <a:accent4>
        <a:srgbClr val="9FEDF0"/>
      </a:accent4>
      <a:accent5>
        <a:srgbClr val="576868"/>
      </a:accent5>
      <a:accent6>
        <a:srgbClr val="CBCBCB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41146</TotalTime>
  <Words>530</Words>
  <Application>Microsoft Office PowerPoint</Application>
  <PresentationFormat>On-screen Show (16:9)</PresentationFormat>
  <Paragraphs>158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50</vt:i4>
      </vt:variant>
    </vt:vector>
  </HeadingPairs>
  <TitlesOfParts>
    <vt:vector size="64" baseType="lpstr">
      <vt:lpstr>맑은 고딕</vt:lpstr>
      <vt:lpstr>Adobe Fan Heiti Std B</vt:lpstr>
      <vt:lpstr>Arial</vt:lpstr>
      <vt:lpstr>Bookman Old Style</vt:lpstr>
      <vt:lpstr>Britannic Bold</vt:lpstr>
      <vt:lpstr>Calisto MT</vt:lpstr>
      <vt:lpstr>Century Gothic</vt:lpstr>
      <vt:lpstr>Footlight MT Light</vt:lpstr>
      <vt:lpstr>Lucida Calligraphy</vt:lpstr>
      <vt:lpstr>Monotype Corsiva</vt:lpstr>
      <vt:lpstr>Wingdings 2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alfis yusuf</cp:lastModifiedBy>
  <cp:revision>284</cp:revision>
  <dcterms:created xsi:type="dcterms:W3CDTF">2016-11-09T00:26:40Z</dcterms:created>
  <dcterms:modified xsi:type="dcterms:W3CDTF">2026-05-10T02:48:10Z</dcterms:modified>
</cp:coreProperties>
</file>